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40D334-3395-43FA-8AA2-53A7FFD47CE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DDFC7BD-FFCA-448E-93E9-F5B9B00B2C62}">
      <dgm:prSet phldrT="[Text]" custT="1"/>
      <dgm:spPr/>
      <dgm:t>
        <a:bodyPr/>
        <a:lstStyle/>
        <a:p>
          <a:r>
            <a:rPr lang="en-US" sz="2300" dirty="0"/>
            <a:t>Requirements</a:t>
          </a:r>
        </a:p>
      </dgm:t>
    </dgm:pt>
    <dgm:pt modelId="{870AA043-5087-4592-906F-C8704EF0480F}" type="parTrans" cxnId="{20B5501B-17D6-42DF-A0B6-F1D500F41F5C}">
      <dgm:prSet/>
      <dgm:spPr/>
      <dgm:t>
        <a:bodyPr/>
        <a:lstStyle/>
        <a:p>
          <a:endParaRPr lang="en-US"/>
        </a:p>
      </dgm:t>
    </dgm:pt>
    <dgm:pt modelId="{796E7D25-CE59-439F-B11B-E2E52F804A1D}" type="sibTrans" cxnId="{20B5501B-17D6-42DF-A0B6-F1D500F41F5C}">
      <dgm:prSet/>
      <dgm:spPr/>
      <dgm:t>
        <a:bodyPr/>
        <a:lstStyle/>
        <a:p>
          <a:endParaRPr lang="en-US"/>
        </a:p>
      </dgm:t>
    </dgm:pt>
    <dgm:pt modelId="{51BF8556-B649-4208-B747-ADE0D0DEB887}">
      <dgm:prSet phldrT="[Text]"/>
      <dgm:spPr/>
      <dgm:t>
        <a:bodyPr/>
        <a:lstStyle/>
        <a:p>
          <a:r>
            <a:rPr lang="en-US" dirty="0"/>
            <a:t>Design</a:t>
          </a:r>
        </a:p>
      </dgm:t>
    </dgm:pt>
    <dgm:pt modelId="{28B5052D-25FB-4896-BA2A-17CD9CE3402B}" type="parTrans" cxnId="{FFE1EF65-40A9-4F3C-9CCC-BCDC8B68405E}">
      <dgm:prSet/>
      <dgm:spPr/>
      <dgm:t>
        <a:bodyPr/>
        <a:lstStyle/>
        <a:p>
          <a:endParaRPr lang="en-US"/>
        </a:p>
      </dgm:t>
    </dgm:pt>
    <dgm:pt modelId="{547A4C8E-EDE1-48C7-ABED-B5CDFCC77EAE}" type="sibTrans" cxnId="{FFE1EF65-40A9-4F3C-9CCC-BCDC8B68405E}">
      <dgm:prSet/>
      <dgm:spPr/>
      <dgm:t>
        <a:bodyPr/>
        <a:lstStyle/>
        <a:p>
          <a:endParaRPr lang="en-US"/>
        </a:p>
      </dgm:t>
    </dgm:pt>
    <dgm:pt modelId="{6AAA7E02-0C1D-4B60-AFA4-10B8D0E1A7E7}">
      <dgm:prSet phldrT="[Text]"/>
      <dgm:spPr/>
      <dgm:t>
        <a:bodyPr/>
        <a:lstStyle/>
        <a:p>
          <a:r>
            <a:rPr lang="en-US" dirty="0"/>
            <a:t>Development</a:t>
          </a:r>
        </a:p>
      </dgm:t>
    </dgm:pt>
    <dgm:pt modelId="{860D93AF-F42F-4525-9E00-E873A57A8D23}" type="parTrans" cxnId="{AC011519-106B-4E10-8097-A47292B08B72}">
      <dgm:prSet/>
      <dgm:spPr/>
      <dgm:t>
        <a:bodyPr/>
        <a:lstStyle/>
        <a:p>
          <a:endParaRPr lang="en-US"/>
        </a:p>
      </dgm:t>
    </dgm:pt>
    <dgm:pt modelId="{F45DAA1E-E25C-4C1B-8288-855BF2FECDDD}" type="sibTrans" cxnId="{AC011519-106B-4E10-8097-A47292B08B72}">
      <dgm:prSet/>
      <dgm:spPr/>
      <dgm:t>
        <a:bodyPr/>
        <a:lstStyle/>
        <a:p>
          <a:endParaRPr lang="en-US"/>
        </a:p>
      </dgm:t>
    </dgm:pt>
    <dgm:pt modelId="{A04E0058-2926-4E04-B3AA-B7E50870259A}">
      <dgm:prSet phldrT="[Text]"/>
      <dgm:spPr/>
      <dgm:t>
        <a:bodyPr/>
        <a:lstStyle/>
        <a:p>
          <a:r>
            <a:rPr lang="en-US" dirty="0"/>
            <a:t>Testing</a:t>
          </a:r>
        </a:p>
      </dgm:t>
    </dgm:pt>
    <dgm:pt modelId="{7558B109-3D5D-4A1D-A315-633AC305422D}" type="parTrans" cxnId="{90D0132B-5D3A-48DC-88EC-254957C5FB8B}">
      <dgm:prSet/>
      <dgm:spPr/>
      <dgm:t>
        <a:bodyPr/>
        <a:lstStyle/>
        <a:p>
          <a:endParaRPr lang="en-US"/>
        </a:p>
      </dgm:t>
    </dgm:pt>
    <dgm:pt modelId="{11844910-EB9B-4362-90CE-E665CA5CC5AB}" type="sibTrans" cxnId="{90D0132B-5D3A-48DC-88EC-254957C5FB8B}">
      <dgm:prSet/>
      <dgm:spPr/>
      <dgm:t>
        <a:bodyPr/>
        <a:lstStyle/>
        <a:p>
          <a:endParaRPr lang="en-US"/>
        </a:p>
      </dgm:t>
    </dgm:pt>
    <dgm:pt modelId="{5CEA4538-9E1B-4D3A-BA35-05039116C12E}">
      <dgm:prSet phldrT="[Text]"/>
      <dgm:spPr/>
      <dgm:t>
        <a:bodyPr/>
        <a:lstStyle/>
        <a:p>
          <a:r>
            <a:rPr lang="en-US" dirty="0"/>
            <a:t>Defect Management</a:t>
          </a:r>
        </a:p>
      </dgm:t>
    </dgm:pt>
    <dgm:pt modelId="{F7657CDF-9EDD-48CE-804D-82C47C3F2603}" type="parTrans" cxnId="{25FF50B4-C6D2-450A-B154-6C38B7C94237}">
      <dgm:prSet/>
      <dgm:spPr/>
      <dgm:t>
        <a:bodyPr/>
        <a:lstStyle/>
        <a:p>
          <a:endParaRPr lang="en-US"/>
        </a:p>
      </dgm:t>
    </dgm:pt>
    <dgm:pt modelId="{26433DD0-B933-4F47-91C5-C6E2B0C98820}" type="sibTrans" cxnId="{25FF50B4-C6D2-450A-B154-6C38B7C94237}">
      <dgm:prSet/>
      <dgm:spPr/>
      <dgm:t>
        <a:bodyPr/>
        <a:lstStyle/>
        <a:p>
          <a:endParaRPr lang="en-US"/>
        </a:p>
      </dgm:t>
    </dgm:pt>
    <dgm:pt modelId="{EC8E6215-22AC-4677-BBD5-5073775F6637}" type="pres">
      <dgm:prSet presAssocID="{D140D334-3395-43FA-8AA2-53A7FFD47CE9}" presName="Name0" presStyleCnt="0">
        <dgm:presLayoutVars>
          <dgm:dir/>
          <dgm:resizeHandles val="exact"/>
        </dgm:presLayoutVars>
      </dgm:prSet>
      <dgm:spPr/>
    </dgm:pt>
    <dgm:pt modelId="{30E5AAA6-5E24-4D87-B610-795E5A71D1A2}" type="pres">
      <dgm:prSet presAssocID="{CDDFC7BD-FFCA-448E-93E9-F5B9B00B2C62}" presName="node" presStyleLbl="node1" presStyleIdx="0" presStyleCnt="5" custScaleX="102932" custScaleY="56081">
        <dgm:presLayoutVars>
          <dgm:bulletEnabled val="1"/>
        </dgm:presLayoutVars>
      </dgm:prSet>
      <dgm:spPr/>
    </dgm:pt>
    <dgm:pt modelId="{DCEC59F3-C374-4023-B2AB-AE24607F22EF}" type="pres">
      <dgm:prSet presAssocID="{796E7D25-CE59-439F-B11B-E2E52F804A1D}" presName="sibTrans" presStyleLbl="sibTrans2D1" presStyleIdx="0" presStyleCnt="4"/>
      <dgm:spPr/>
    </dgm:pt>
    <dgm:pt modelId="{06DD07B5-7D2A-446A-9F40-29E101F3AED3}" type="pres">
      <dgm:prSet presAssocID="{796E7D25-CE59-439F-B11B-E2E52F804A1D}" presName="connectorText" presStyleLbl="sibTrans2D1" presStyleIdx="0" presStyleCnt="4"/>
      <dgm:spPr/>
    </dgm:pt>
    <dgm:pt modelId="{D4E8B077-031A-42A8-B704-147E9EF27D95}" type="pres">
      <dgm:prSet presAssocID="{51BF8556-B649-4208-B747-ADE0D0DEB887}" presName="node" presStyleLbl="node1" presStyleIdx="1" presStyleCnt="5" custScaleX="81544" custScaleY="56081">
        <dgm:presLayoutVars>
          <dgm:bulletEnabled val="1"/>
        </dgm:presLayoutVars>
      </dgm:prSet>
      <dgm:spPr/>
    </dgm:pt>
    <dgm:pt modelId="{030EDF4F-9CBB-41C3-BBA5-7C398F564866}" type="pres">
      <dgm:prSet presAssocID="{547A4C8E-EDE1-48C7-ABED-B5CDFCC77EAE}" presName="sibTrans" presStyleLbl="sibTrans2D1" presStyleIdx="1" presStyleCnt="4"/>
      <dgm:spPr/>
    </dgm:pt>
    <dgm:pt modelId="{FF088077-8E84-4C39-9C9E-99B57E2B9357}" type="pres">
      <dgm:prSet presAssocID="{547A4C8E-EDE1-48C7-ABED-B5CDFCC77EAE}" presName="connectorText" presStyleLbl="sibTrans2D1" presStyleIdx="1" presStyleCnt="4"/>
      <dgm:spPr/>
    </dgm:pt>
    <dgm:pt modelId="{F9E37417-EC22-46F5-B900-F1044A5D8FB5}" type="pres">
      <dgm:prSet presAssocID="{6AAA7E02-0C1D-4B60-AFA4-10B8D0E1A7E7}" presName="node" presStyleLbl="node1" presStyleIdx="2" presStyleCnt="5" custScaleX="81544" custScaleY="56081">
        <dgm:presLayoutVars>
          <dgm:bulletEnabled val="1"/>
        </dgm:presLayoutVars>
      </dgm:prSet>
      <dgm:spPr/>
    </dgm:pt>
    <dgm:pt modelId="{5FF981FF-FBF4-4412-9A5E-C2FF8EF65958}" type="pres">
      <dgm:prSet presAssocID="{F45DAA1E-E25C-4C1B-8288-855BF2FECDDD}" presName="sibTrans" presStyleLbl="sibTrans2D1" presStyleIdx="2" presStyleCnt="4"/>
      <dgm:spPr/>
    </dgm:pt>
    <dgm:pt modelId="{952AA4A1-A6FD-450B-A7E4-8853E04F60C2}" type="pres">
      <dgm:prSet presAssocID="{F45DAA1E-E25C-4C1B-8288-855BF2FECDDD}" presName="connectorText" presStyleLbl="sibTrans2D1" presStyleIdx="2" presStyleCnt="4"/>
      <dgm:spPr/>
    </dgm:pt>
    <dgm:pt modelId="{3ABE81F3-1DA8-408F-B76B-599D67112AB3}" type="pres">
      <dgm:prSet presAssocID="{A04E0058-2926-4E04-B3AA-B7E50870259A}" presName="node" presStyleLbl="node1" presStyleIdx="3" presStyleCnt="5" custScaleX="81544" custScaleY="56081">
        <dgm:presLayoutVars>
          <dgm:bulletEnabled val="1"/>
        </dgm:presLayoutVars>
      </dgm:prSet>
      <dgm:spPr/>
    </dgm:pt>
    <dgm:pt modelId="{DD5A4F43-0184-4BA1-AADB-D91C67408F5F}" type="pres">
      <dgm:prSet presAssocID="{11844910-EB9B-4362-90CE-E665CA5CC5AB}" presName="sibTrans" presStyleLbl="sibTrans2D1" presStyleIdx="3" presStyleCnt="4"/>
      <dgm:spPr/>
    </dgm:pt>
    <dgm:pt modelId="{2DFA796D-A9F7-41C1-98A0-EE2A9B1A96A7}" type="pres">
      <dgm:prSet presAssocID="{11844910-EB9B-4362-90CE-E665CA5CC5AB}" presName="connectorText" presStyleLbl="sibTrans2D1" presStyleIdx="3" presStyleCnt="4"/>
      <dgm:spPr/>
    </dgm:pt>
    <dgm:pt modelId="{6ACDD8BF-3190-4CD2-AB21-177B5F811716}" type="pres">
      <dgm:prSet presAssocID="{5CEA4538-9E1B-4D3A-BA35-05039116C12E}" presName="node" presStyleLbl="node1" presStyleIdx="4" presStyleCnt="5" custScaleX="81544" custScaleY="56081">
        <dgm:presLayoutVars>
          <dgm:bulletEnabled val="1"/>
        </dgm:presLayoutVars>
      </dgm:prSet>
      <dgm:spPr/>
    </dgm:pt>
  </dgm:ptLst>
  <dgm:cxnLst>
    <dgm:cxn modelId="{515D8F0F-34E8-4FF6-9202-4BA556532A8E}" type="presOf" srcId="{547A4C8E-EDE1-48C7-ABED-B5CDFCC77EAE}" destId="{030EDF4F-9CBB-41C3-BBA5-7C398F564866}" srcOrd="0" destOrd="0" presId="urn:microsoft.com/office/officeart/2005/8/layout/process1"/>
    <dgm:cxn modelId="{23ED0411-48A6-4766-AF70-0B64D8EDB6A8}" type="presOf" srcId="{796E7D25-CE59-439F-B11B-E2E52F804A1D}" destId="{06DD07B5-7D2A-446A-9F40-29E101F3AED3}" srcOrd="1" destOrd="0" presId="urn:microsoft.com/office/officeart/2005/8/layout/process1"/>
    <dgm:cxn modelId="{AC011519-106B-4E10-8097-A47292B08B72}" srcId="{D140D334-3395-43FA-8AA2-53A7FFD47CE9}" destId="{6AAA7E02-0C1D-4B60-AFA4-10B8D0E1A7E7}" srcOrd="2" destOrd="0" parTransId="{860D93AF-F42F-4525-9E00-E873A57A8D23}" sibTransId="{F45DAA1E-E25C-4C1B-8288-855BF2FECDDD}"/>
    <dgm:cxn modelId="{20B5501B-17D6-42DF-A0B6-F1D500F41F5C}" srcId="{D140D334-3395-43FA-8AA2-53A7FFD47CE9}" destId="{CDDFC7BD-FFCA-448E-93E9-F5B9B00B2C62}" srcOrd="0" destOrd="0" parTransId="{870AA043-5087-4592-906F-C8704EF0480F}" sibTransId="{796E7D25-CE59-439F-B11B-E2E52F804A1D}"/>
    <dgm:cxn modelId="{90D0132B-5D3A-48DC-88EC-254957C5FB8B}" srcId="{D140D334-3395-43FA-8AA2-53A7FFD47CE9}" destId="{A04E0058-2926-4E04-B3AA-B7E50870259A}" srcOrd="3" destOrd="0" parTransId="{7558B109-3D5D-4A1D-A315-633AC305422D}" sibTransId="{11844910-EB9B-4362-90CE-E665CA5CC5AB}"/>
    <dgm:cxn modelId="{6A2EFA2F-51C5-46BB-AA07-6D2406D4A49A}" type="presOf" srcId="{6AAA7E02-0C1D-4B60-AFA4-10B8D0E1A7E7}" destId="{F9E37417-EC22-46F5-B900-F1044A5D8FB5}" srcOrd="0" destOrd="0" presId="urn:microsoft.com/office/officeart/2005/8/layout/process1"/>
    <dgm:cxn modelId="{C97DEA3D-4E72-4436-BA28-C5612DFABD5B}" type="presOf" srcId="{11844910-EB9B-4362-90CE-E665CA5CC5AB}" destId="{DD5A4F43-0184-4BA1-AADB-D91C67408F5F}" srcOrd="0" destOrd="0" presId="urn:microsoft.com/office/officeart/2005/8/layout/process1"/>
    <dgm:cxn modelId="{C447545E-2509-4E6B-9362-5FDAB42B253C}" type="presOf" srcId="{A04E0058-2926-4E04-B3AA-B7E50870259A}" destId="{3ABE81F3-1DA8-408F-B76B-599D67112AB3}" srcOrd="0" destOrd="0" presId="urn:microsoft.com/office/officeart/2005/8/layout/process1"/>
    <dgm:cxn modelId="{4C211541-F622-4782-98A6-39D65266D09E}" type="presOf" srcId="{CDDFC7BD-FFCA-448E-93E9-F5B9B00B2C62}" destId="{30E5AAA6-5E24-4D87-B610-795E5A71D1A2}" srcOrd="0" destOrd="0" presId="urn:microsoft.com/office/officeart/2005/8/layout/process1"/>
    <dgm:cxn modelId="{FFE1EF65-40A9-4F3C-9CCC-BCDC8B68405E}" srcId="{D140D334-3395-43FA-8AA2-53A7FFD47CE9}" destId="{51BF8556-B649-4208-B747-ADE0D0DEB887}" srcOrd="1" destOrd="0" parTransId="{28B5052D-25FB-4896-BA2A-17CD9CE3402B}" sibTransId="{547A4C8E-EDE1-48C7-ABED-B5CDFCC77EAE}"/>
    <dgm:cxn modelId="{3326C847-3A53-4963-AD1A-0234D48275E0}" type="presOf" srcId="{5CEA4538-9E1B-4D3A-BA35-05039116C12E}" destId="{6ACDD8BF-3190-4CD2-AB21-177B5F811716}" srcOrd="0" destOrd="0" presId="urn:microsoft.com/office/officeart/2005/8/layout/process1"/>
    <dgm:cxn modelId="{C591756B-D980-4EB6-853D-7D95A0E1DBCF}" type="presOf" srcId="{547A4C8E-EDE1-48C7-ABED-B5CDFCC77EAE}" destId="{FF088077-8E84-4C39-9C9E-99B57E2B9357}" srcOrd="1" destOrd="0" presId="urn:microsoft.com/office/officeart/2005/8/layout/process1"/>
    <dgm:cxn modelId="{3762EF7E-4A79-41AE-A3FB-DA97222F6D9E}" type="presOf" srcId="{F45DAA1E-E25C-4C1B-8288-855BF2FECDDD}" destId="{5FF981FF-FBF4-4412-9A5E-C2FF8EF65958}" srcOrd="0" destOrd="0" presId="urn:microsoft.com/office/officeart/2005/8/layout/process1"/>
    <dgm:cxn modelId="{1E754FA9-B265-4D9B-9364-D0B9FD5A263E}" type="presOf" srcId="{11844910-EB9B-4362-90CE-E665CA5CC5AB}" destId="{2DFA796D-A9F7-41C1-98A0-EE2A9B1A96A7}" srcOrd="1" destOrd="0" presId="urn:microsoft.com/office/officeart/2005/8/layout/process1"/>
    <dgm:cxn modelId="{11EE5EB1-2FC8-4486-BDF2-38BAF528322B}" type="presOf" srcId="{796E7D25-CE59-439F-B11B-E2E52F804A1D}" destId="{DCEC59F3-C374-4023-B2AB-AE24607F22EF}" srcOrd="0" destOrd="0" presId="urn:microsoft.com/office/officeart/2005/8/layout/process1"/>
    <dgm:cxn modelId="{25FF50B4-C6D2-450A-B154-6C38B7C94237}" srcId="{D140D334-3395-43FA-8AA2-53A7FFD47CE9}" destId="{5CEA4538-9E1B-4D3A-BA35-05039116C12E}" srcOrd="4" destOrd="0" parTransId="{F7657CDF-9EDD-48CE-804D-82C47C3F2603}" sibTransId="{26433DD0-B933-4F47-91C5-C6E2B0C98820}"/>
    <dgm:cxn modelId="{435814BA-16E6-405A-8D95-48390745D1E9}" type="presOf" srcId="{D140D334-3395-43FA-8AA2-53A7FFD47CE9}" destId="{EC8E6215-22AC-4677-BBD5-5073775F6637}" srcOrd="0" destOrd="0" presId="urn:microsoft.com/office/officeart/2005/8/layout/process1"/>
    <dgm:cxn modelId="{0D9ABFC5-5776-45BF-BD19-4BF454C8D8D4}" type="presOf" srcId="{51BF8556-B649-4208-B747-ADE0D0DEB887}" destId="{D4E8B077-031A-42A8-B704-147E9EF27D95}" srcOrd="0" destOrd="0" presId="urn:microsoft.com/office/officeart/2005/8/layout/process1"/>
    <dgm:cxn modelId="{C610BCC8-12E4-4D40-880B-7F6E64CB7A81}" type="presOf" srcId="{F45DAA1E-E25C-4C1B-8288-855BF2FECDDD}" destId="{952AA4A1-A6FD-450B-A7E4-8853E04F60C2}" srcOrd="1" destOrd="0" presId="urn:microsoft.com/office/officeart/2005/8/layout/process1"/>
    <dgm:cxn modelId="{E32BF1D2-4907-4171-95D7-AAC2CDE99645}" type="presParOf" srcId="{EC8E6215-22AC-4677-BBD5-5073775F6637}" destId="{30E5AAA6-5E24-4D87-B610-795E5A71D1A2}" srcOrd="0" destOrd="0" presId="urn:microsoft.com/office/officeart/2005/8/layout/process1"/>
    <dgm:cxn modelId="{0960FE4A-6D3A-4DF6-AB96-279A06598A2F}" type="presParOf" srcId="{EC8E6215-22AC-4677-BBD5-5073775F6637}" destId="{DCEC59F3-C374-4023-B2AB-AE24607F22EF}" srcOrd="1" destOrd="0" presId="urn:microsoft.com/office/officeart/2005/8/layout/process1"/>
    <dgm:cxn modelId="{045C1586-354B-4ACC-B548-FC588FB7C1FF}" type="presParOf" srcId="{DCEC59F3-C374-4023-B2AB-AE24607F22EF}" destId="{06DD07B5-7D2A-446A-9F40-29E101F3AED3}" srcOrd="0" destOrd="0" presId="urn:microsoft.com/office/officeart/2005/8/layout/process1"/>
    <dgm:cxn modelId="{845D7310-7770-4243-AE01-8F408603EF4D}" type="presParOf" srcId="{EC8E6215-22AC-4677-BBD5-5073775F6637}" destId="{D4E8B077-031A-42A8-B704-147E9EF27D95}" srcOrd="2" destOrd="0" presId="urn:microsoft.com/office/officeart/2005/8/layout/process1"/>
    <dgm:cxn modelId="{BC87B2D9-1E26-4D24-BE8E-16D3FA016F91}" type="presParOf" srcId="{EC8E6215-22AC-4677-BBD5-5073775F6637}" destId="{030EDF4F-9CBB-41C3-BBA5-7C398F564866}" srcOrd="3" destOrd="0" presId="urn:microsoft.com/office/officeart/2005/8/layout/process1"/>
    <dgm:cxn modelId="{71F7EEA8-8C3C-4320-8B62-DEAA9DA471FF}" type="presParOf" srcId="{030EDF4F-9CBB-41C3-BBA5-7C398F564866}" destId="{FF088077-8E84-4C39-9C9E-99B57E2B9357}" srcOrd="0" destOrd="0" presId="urn:microsoft.com/office/officeart/2005/8/layout/process1"/>
    <dgm:cxn modelId="{1B0CC6A4-55BE-4ED5-8C26-6B06754B4F73}" type="presParOf" srcId="{EC8E6215-22AC-4677-BBD5-5073775F6637}" destId="{F9E37417-EC22-46F5-B900-F1044A5D8FB5}" srcOrd="4" destOrd="0" presId="urn:microsoft.com/office/officeart/2005/8/layout/process1"/>
    <dgm:cxn modelId="{13695560-6DF4-4076-BB21-0FA245FEE406}" type="presParOf" srcId="{EC8E6215-22AC-4677-BBD5-5073775F6637}" destId="{5FF981FF-FBF4-4412-9A5E-C2FF8EF65958}" srcOrd="5" destOrd="0" presId="urn:microsoft.com/office/officeart/2005/8/layout/process1"/>
    <dgm:cxn modelId="{36389902-F8AD-4DCE-8735-80975045B63C}" type="presParOf" srcId="{5FF981FF-FBF4-4412-9A5E-C2FF8EF65958}" destId="{952AA4A1-A6FD-450B-A7E4-8853E04F60C2}" srcOrd="0" destOrd="0" presId="urn:microsoft.com/office/officeart/2005/8/layout/process1"/>
    <dgm:cxn modelId="{6D8B7084-37C3-493F-81CF-792EB653A883}" type="presParOf" srcId="{EC8E6215-22AC-4677-BBD5-5073775F6637}" destId="{3ABE81F3-1DA8-408F-B76B-599D67112AB3}" srcOrd="6" destOrd="0" presId="urn:microsoft.com/office/officeart/2005/8/layout/process1"/>
    <dgm:cxn modelId="{8906E9FB-DB18-4037-B10F-DD096A104F2F}" type="presParOf" srcId="{EC8E6215-22AC-4677-BBD5-5073775F6637}" destId="{DD5A4F43-0184-4BA1-AADB-D91C67408F5F}" srcOrd="7" destOrd="0" presId="urn:microsoft.com/office/officeart/2005/8/layout/process1"/>
    <dgm:cxn modelId="{05D75094-7AD9-4EAD-9246-A923A3533ACA}" type="presParOf" srcId="{DD5A4F43-0184-4BA1-AADB-D91C67408F5F}" destId="{2DFA796D-A9F7-41C1-98A0-EE2A9B1A96A7}" srcOrd="0" destOrd="0" presId="urn:microsoft.com/office/officeart/2005/8/layout/process1"/>
    <dgm:cxn modelId="{B5FBAFE7-2CA3-46BF-9B97-2589F0348257}" type="presParOf" srcId="{EC8E6215-22AC-4677-BBD5-5073775F6637}" destId="{6ACDD8BF-3190-4CD2-AB21-177B5F811716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5568EE-CB1E-40D4-AC20-495FC2042FB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E9292B-C649-45C8-8946-E0CE3902E21C}">
      <dgm:prSet phldrT="[Text]"/>
      <dgm:spPr/>
      <dgm:t>
        <a:bodyPr/>
        <a:lstStyle/>
        <a:p>
          <a:r>
            <a:rPr lang="en-US" dirty="0"/>
            <a:t>Remote Repository</a:t>
          </a:r>
        </a:p>
      </dgm:t>
    </dgm:pt>
    <dgm:pt modelId="{36DDBC2B-157B-48FC-A50E-ECEA4A8DD33D}" type="parTrans" cxnId="{74437F90-3DE3-40C8-932E-B313011A17F9}">
      <dgm:prSet/>
      <dgm:spPr/>
      <dgm:t>
        <a:bodyPr/>
        <a:lstStyle/>
        <a:p>
          <a:endParaRPr lang="en-US"/>
        </a:p>
      </dgm:t>
    </dgm:pt>
    <dgm:pt modelId="{3266CE45-0B26-47BB-9A0C-1BA120A94C50}" type="sibTrans" cxnId="{74437F90-3DE3-40C8-932E-B313011A17F9}">
      <dgm:prSet/>
      <dgm:spPr/>
      <dgm:t>
        <a:bodyPr/>
        <a:lstStyle/>
        <a:p>
          <a:endParaRPr lang="en-US"/>
        </a:p>
      </dgm:t>
    </dgm:pt>
    <dgm:pt modelId="{CDEE33E9-BAA6-4AE0-9449-DDB95E49C44F}">
      <dgm:prSet phldrT="[Text]"/>
      <dgm:spPr/>
      <dgm:t>
        <a:bodyPr/>
        <a:lstStyle/>
        <a:p>
          <a:r>
            <a:rPr lang="en-US" dirty="0"/>
            <a:t>Developer A</a:t>
          </a:r>
        </a:p>
      </dgm:t>
    </dgm:pt>
    <dgm:pt modelId="{EAC03A06-1EBE-4E61-9839-9CA25DCCA57B}" type="parTrans" cxnId="{93F9BB0F-5488-46BF-91E9-CE624EEFADE8}">
      <dgm:prSet/>
      <dgm:spPr/>
      <dgm:t>
        <a:bodyPr/>
        <a:lstStyle/>
        <a:p>
          <a:endParaRPr lang="en-US"/>
        </a:p>
      </dgm:t>
    </dgm:pt>
    <dgm:pt modelId="{F5FFDFC5-7A1D-4766-96C1-A186A826A7A2}" type="sibTrans" cxnId="{93F9BB0F-5488-46BF-91E9-CE624EEFADE8}">
      <dgm:prSet/>
      <dgm:spPr/>
      <dgm:t>
        <a:bodyPr/>
        <a:lstStyle/>
        <a:p>
          <a:endParaRPr lang="en-US"/>
        </a:p>
      </dgm:t>
    </dgm:pt>
    <dgm:pt modelId="{11290935-1228-4FF8-B088-D98ED3B5D766}">
      <dgm:prSet phldrT="[Text]"/>
      <dgm:spPr/>
      <dgm:t>
        <a:bodyPr/>
        <a:lstStyle/>
        <a:p>
          <a:r>
            <a:rPr lang="en-US" dirty="0"/>
            <a:t>Local </a:t>
          </a:r>
          <a:r>
            <a:rPr lang="en-US" dirty="0" err="1"/>
            <a:t>Git</a:t>
          </a:r>
          <a:endParaRPr lang="en-US" dirty="0"/>
        </a:p>
      </dgm:t>
    </dgm:pt>
    <dgm:pt modelId="{13D9F58C-ED8A-46EF-89E5-0E2D3EAF08C4}" type="parTrans" cxnId="{A6A56617-6809-4229-A8CC-7613B1D52BD9}">
      <dgm:prSet/>
      <dgm:spPr/>
      <dgm:t>
        <a:bodyPr/>
        <a:lstStyle/>
        <a:p>
          <a:endParaRPr lang="en-US"/>
        </a:p>
      </dgm:t>
    </dgm:pt>
    <dgm:pt modelId="{355B9574-6F86-445E-940E-07FA0F66E3B9}" type="sibTrans" cxnId="{A6A56617-6809-4229-A8CC-7613B1D52BD9}">
      <dgm:prSet/>
      <dgm:spPr/>
      <dgm:t>
        <a:bodyPr/>
        <a:lstStyle/>
        <a:p>
          <a:endParaRPr lang="en-US"/>
        </a:p>
      </dgm:t>
    </dgm:pt>
    <dgm:pt modelId="{507146A7-B101-4748-A3A0-E88B82C96CEA}">
      <dgm:prSet phldrT="[Text]"/>
      <dgm:spPr/>
      <dgm:t>
        <a:bodyPr/>
        <a:lstStyle/>
        <a:p>
          <a:r>
            <a:rPr lang="en-US" dirty="0"/>
            <a:t>Developer B</a:t>
          </a:r>
        </a:p>
      </dgm:t>
    </dgm:pt>
    <dgm:pt modelId="{43A128D5-E039-4A52-8D47-D52668C108BD}" type="parTrans" cxnId="{D48376C2-0901-4BB2-BD86-ADE36DB9A325}">
      <dgm:prSet/>
      <dgm:spPr/>
      <dgm:t>
        <a:bodyPr/>
        <a:lstStyle/>
        <a:p>
          <a:endParaRPr lang="en-US"/>
        </a:p>
      </dgm:t>
    </dgm:pt>
    <dgm:pt modelId="{DAAB1F2E-7DC4-4F71-83B7-BC546188C79E}" type="sibTrans" cxnId="{D48376C2-0901-4BB2-BD86-ADE36DB9A325}">
      <dgm:prSet/>
      <dgm:spPr/>
      <dgm:t>
        <a:bodyPr/>
        <a:lstStyle/>
        <a:p>
          <a:endParaRPr lang="en-US"/>
        </a:p>
      </dgm:t>
    </dgm:pt>
    <dgm:pt modelId="{7EE1FE41-6BA4-48CC-A559-EA593F2AA43A}">
      <dgm:prSet phldrT="[Text]"/>
      <dgm:spPr/>
      <dgm:t>
        <a:bodyPr/>
        <a:lstStyle/>
        <a:p>
          <a:r>
            <a:rPr lang="en-US" dirty="0"/>
            <a:t>Local </a:t>
          </a:r>
          <a:r>
            <a:rPr lang="en-US" dirty="0" err="1"/>
            <a:t>Git</a:t>
          </a:r>
          <a:endParaRPr lang="en-US" dirty="0"/>
        </a:p>
      </dgm:t>
    </dgm:pt>
    <dgm:pt modelId="{6BAA01A4-EAED-480D-89E7-799F46F51577}" type="parTrans" cxnId="{61EA4C24-E9E3-4A01-9ECA-27294954FA4A}">
      <dgm:prSet/>
      <dgm:spPr/>
      <dgm:t>
        <a:bodyPr/>
        <a:lstStyle/>
        <a:p>
          <a:endParaRPr lang="en-US"/>
        </a:p>
      </dgm:t>
    </dgm:pt>
    <dgm:pt modelId="{AA1FC1AA-A75A-4200-8E20-777DD3E61CD7}" type="sibTrans" cxnId="{61EA4C24-E9E3-4A01-9ECA-27294954FA4A}">
      <dgm:prSet/>
      <dgm:spPr/>
      <dgm:t>
        <a:bodyPr/>
        <a:lstStyle/>
        <a:p>
          <a:endParaRPr lang="en-US"/>
        </a:p>
      </dgm:t>
    </dgm:pt>
    <dgm:pt modelId="{9184BE09-C9AA-4A96-9723-461289D0368F}" type="pres">
      <dgm:prSet presAssocID="{EF5568EE-CB1E-40D4-AC20-495FC2042FB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E87A7CB-E2FA-47D6-A95E-F724F50C20F5}" type="pres">
      <dgm:prSet presAssocID="{C5E9292B-C649-45C8-8946-E0CE3902E21C}" presName="hierRoot1" presStyleCnt="0"/>
      <dgm:spPr/>
    </dgm:pt>
    <dgm:pt modelId="{0C0C9905-18E7-499D-86E4-833E6C3BAD8A}" type="pres">
      <dgm:prSet presAssocID="{C5E9292B-C649-45C8-8946-E0CE3902E21C}" presName="composite" presStyleCnt="0"/>
      <dgm:spPr/>
    </dgm:pt>
    <dgm:pt modelId="{54EC7B6B-2FD6-49D0-AB36-2224E7455A0A}" type="pres">
      <dgm:prSet presAssocID="{C5E9292B-C649-45C8-8946-E0CE3902E21C}" presName="background" presStyleLbl="node0" presStyleIdx="0" presStyleCnt="1"/>
      <dgm:spPr/>
    </dgm:pt>
    <dgm:pt modelId="{BF2A0ABE-AAC8-4ED4-AC4B-3A18885DFA7E}" type="pres">
      <dgm:prSet presAssocID="{C5E9292B-C649-45C8-8946-E0CE3902E21C}" presName="text" presStyleLbl="fgAcc0" presStyleIdx="0" presStyleCnt="1">
        <dgm:presLayoutVars>
          <dgm:chPref val="3"/>
        </dgm:presLayoutVars>
      </dgm:prSet>
      <dgm:spPr/>
    </dgm:pt>
    <dgm:pt modelId="{055C9404-27E5-4D96-A1D0-CC08C478B400}" type="pres">
      <dgm:prSet presAssocID="{C5E9292B-C649-45C8-8946-E0CE3902E21C}" presName="hierChild2" presStyleCnt="0"/>
      <dgm:spPr/>
    </dgm:pt>
    <dgm:pt modelId="{7504C9B4-BB41-445A-97E4-F873303E96EE}" type="pres">
      <dgm:prSet presAssocID="{EAC03A06-1EBE-4E61-9839-9CA25DCCA57B}" presName="Name10" presStyleLbl="parChTrans1D2" presStyleIdx="0" presStyleCnt="2"/>
      <dgm:spPr/>
    </dgm:pt>
    <dgm:pt modelId="{6F6415F2-7B99-475C-89F9-6A2DEBC1FB1B}" type="pres">
      <dgm:prSet presAssocID="{CDEE33E9-BAA6-4AE0-9449-DDB95E49C44F}" presName="hierRoot2" presStyleCnt="0"/>
      <dgm:spPr/>
    </dgm:pt>
    <dgm:pt modelId="{20454D45-6B92-48CD-BF87-6B5690425B6C}" type="pres">
      <dgm:prSet presAssocID="{CDEE33E9-BAA6-4AE0-9449-DDB95E49C44F}" presName="composite2" presStyleCnt="0"/>
      <dgm:spPr/>
    </dgm:pt>
    <dgm:pt modelId="{22A39A8D-44AC-4341-988D-96FD1A0C8A06}" type="pres">
      <dgm:prSet presAssocID="{CDEE33E9-BAA6-4AE0-9449-DDB95E49C44F}" presName="background2" presStyleLbl="node2" presStyleIdx="0" presStyleCnt="2"/>
      <dgm:spPr/>
    </dgm:pt>
    <dgm:pt modelId="{CD9942C1-8E6A-4646-8908-5BDEB8F57F56}" type="pres">
      <dgm:prSet presAssocID="{CDEE33E9-BAA6-4AE0-9449-DDB95E49C44F}" presName="text2" presStyleLbl="fgAcc2" presStyleIdx="0" presStyleCnt="2">
        <dgm:presLayoutVars>
          <dgm:chPref val="3"/>
        </dgm:presLayoutVars>
      </dgm:prSet>
      <dgm:spPr/>
    </dgm:pt>
    <dgm:pt modelId="{A29EBDBD-F422-4E2E-B399-5785069D1682}" type="pres">
      <dgm:prSet presAssocID="{CDEE33E9-BAA6-4AE0-9449-DDB95E49C44F}" presName="hierChild3" presStyleCnt="0"/>
      <dgm:spPr/>
    </dgm:pt>
    <dgm:pt modelId="{35E7DB4B-4CF4-4556-8E90-3A333EC0BDC5}" type="pres">
      <dgm:prSet presAssocID="{13D9F58C-ED8A-46EF-89E5-0E2D3EAF08C4}" presName="Name17" presStyleLbl="parChTrans1D3" presStyleIdx="0" presStyleCnt="2"/>
      <dgm:spPr/>
    </dgm:pt>
    <dgm:pt modelId="{314CCB10-1389-4DC4-AF34-3CE2BFCDBEF1}" type="pres">
      <dgm:prSet presAssocID="{11290935-1228-4FF8-B088-D98ED3B5D766}" presName="hierRoot3" presStyleCnt="0"/>
      <dgm:spPr/>
    </dgm:pt>
    <dgm:pt modelId="{A7C29E01-11EA-41EE-B25E-98327BD30303}" type="pres">
      <dgm:prSet presAssocID="{11290935-1228-4FF8-B088-D98ED3B5D766}" presName="composite3" presStyleCnt="0"/>
      <dgm:spPr/>
    </dgm:pt>
    <dgm:pt modelId="{E771B270-2B8B-431C-9C21-1C96112A6AE1}" type="pres">
      <dgm:prSet presAssocID="{11290935-1228-4FF8-B088-D98ED3B5D766}" presName="background3" presStyleLbl="node3" presStyleIdx="0" presStyleCnt="2"/>
      <dgm:spPr/>
    </dgm:pt>
    <dgm:pt modelId="{46FA2ABA-B3BB-435E-906A-8917F376E280}" type="pres">
      <dgm:prSet presAssocID="{11290935-1228-4FF8-B088-D98ED3B5D766}" presName="text3" presStyleLbl="fgAcc3" presStyleIdx="0" presStyleCnt="2">
        <dgm:presLayoutVars>
          <dgm:chPref val="3"/>
        </dgm:presLayoutVars>
      </dgm:prSet>
      <dgm:spPr/>
    </dgm:pt>
    <dgm:pt modelId="{7EE53BD2-9819-4D86-A0F9-2365E7D5027C}" type="pres">
      <dgm:prSet presAssocID="{11290935-1228-4FF8-B088-D98ED3B5D766}" presName="hierChild4" presStyleCnt="0"/>
      <dgm:spPr/>
    </dgm:pt>
    <dgm:pt modelId="{C108DF9E-2DD2-4320-BD6B-118CB97D4006}" type="pres">
      <dgm:prSet presAssocID="{43A128D5-E039-4A52-8D47-D52668C108BD}" presName="Name10" presStyleLbl="parChTrans1D2" presStyleIdx="1" presStyleCnt="2"/>
      <dgm:spPr/>
    </dgm:pt>
    <dgm:pt modelId="{CE2FED0C-3A9C-42EA-9403-00023EE0566D}" type="pres">
      <dgm:prSet presAssocID="{507146A7-B101-4748-A3A0-E88B82C96CEA}" presName="hierRoot2" presStyleCnt="0"/>
      <dgm:spPr/>
    </dgm:pt>
    <dgm:pt modelId="{81AEC023-06B6-4A4D-A015-B96EE586E9B3}" type="pres">
      <dgm:prSet presAssocID="{507146A7-B101-4748-A3A0-E88B82C96CEA}" presName="composite2" presStyleCnt="0"/>
      <dgm:spPr/>
    </dgm:pt>
    <dgm:pt modelId="{4291A0F2-BC6A-4901-A008-3B5120A29B4B}" type="pres">
      <dgm:prSet presAssocID="{507146A7-B101-4748-A3A0-E88B82C96CEA}" presName="background2" presStyleLbl="node2" presStyleIdx="1" presStyleCnt="2"/>
      <dgm:spPr/>
    </dgm:pt>
    <dgm:pt modelId="{E6BD8B6C-0C60-4BC7-9766-33E01C129D20}" type="pres">
      <dgm:prSet presAssocID="{507146A7-B101-4748-A3A0-E88B82C96CEA}" presName="text2" presStyleLbl="fgAcc2" presStyleIdx="1" presStyleCnt="2">
        <dgm:presLayoutVars>
          <dgm:chPref val="3"/>
        </dgm:presLayoutVars>
      </dgm:prSet>
      <dgm:spPr/>
    </dgm:pt>
    <dgm:pt modelId="{DBB08886-C7A3-429C-BD9D-EFDB5B631BBF}" type="pres">
      <dgm:prSet presAssocID="{507146A7-B101-4748-A3A0-E88B82C96CEA}" presName="hierChild3" presStyleCnt="0"/>
      <dgm:spPr/>
    </dgm:pt>
    <dgm:pt modelId="{F87F8B9B-3AA0-4AA0-8178-AFD0E2E0987D}" type="pres">
      <dgm:prSet presAssocID="{6BAA01A4-EAED-480D-89E7-799F46F51577}" presName="Name17" presStyleLbl="parChTrans1D3" presStyleIdx="1" presStyleCnt="2"/>
      <dgm:spPr/>
    </dgm:pt>
    <dgm:pt modelId="{B2F14409-1101-4064-B44F-F8691F27A273}" type="pres">
      <dgm:prSet presAssocID="{7EE1FE41-6BA4-48CC-A559-EA593F2AA43A}" presName="hierRoot3" presStyleCnt="0"/>
      <dgm:spPr/>
    </dgm:pt>
    <dgm:pt modelId="{0D632B35-6338-4CCA-8C1E-B4641C1BA44A}" type="pres">
      <dgm:prSet presAssocID="{7EE1FE41-6BA4-48CC-A559-EA593F2AA43A}" presName="composite3" presStyleCnt="0"/>
      <dgm:spPr/>
    </dgm:pt>
    <dgm:pt modelId="{CE7CCE0D-E392-4740-A523-4775CC829C6A}" type="pres">
      <dgm:prSet presAssocID="{7EE1FE41-6BA4-48CC-A559-EA593F2AA43A}" presName="background3" presStyleLbl="node3" presStyleIdx="1" presStyleCnt="2"/>
      <dgm:spPr/>
    </dgm:pt>
    <dgm:pt modelId="{3B513CA6-3E9D-4629-8B16-43EF748885BC}" type="pres">
      <dgm:prSet presAssocID="{7EE1FE41-6BA4-48CC-A559-EA593F2AA43A}" presName="text3" presStyleLbl="fgAcc3" presStyleIdx="1" presStyleCnt="2">
        <dgm:presLayoutVars>
          <dgm:chPref val="3"/>
        </dgm:presLayoutVars>
      </dgm:prSet>
      <dgm:spPr/>
    </dgm:pt>
    <dgm:pt modelId="{C378FE20-66FA-4402-985F-C72A17067B31}" type="pres">
      <dgm:prSet presAssocID="{7EE1FE41-6BA4-48CC-A559-EA593F2AA43A}" presName="hierChild4" presStyleCnt="0"/>
      <dgm:spPr/>
    </dgm:pt>
  </dgm:ptLst>
  <dgm:cxnLst>
    <dgm:cxn modelId="{C0C2BD02-7C32-488A-89AE-6CF3503067AF}" type="presOf" srcId="{507146A7-B101-4748-A3A0-E88B82C96CEA}" destId="{E6BD8B6C-0C60-4BC7-9766-33E01C129D20}" srcOrd="0" destOrd="0" presId="urn:microsoft.com/office/officeart/2005/8/layout/hierarchy1"/>
    <dgm:cxn modelId="{93F9BB0F-5488-46BF-91E9-CE624EEFADE8}" srcId="{C5E9292B-C649-45C8-8946-E0CE3902E21C}" destId="{CDEE33E9-BAA6-4AE0-9449-DDB95E49C44F}" srcOrd="0" destOrd="0" parTransId="{EAC03A06-1EBE-4E61-9839-9CA25DCCA57B}" sibTransId="{F5FFDFC5-7A1D-4766-96C1-A186A826A7A2}"/>
    <dgm:cxn modelId="{A6A56617-6809-4229-A8CC-7613B1D52BD9}" srcId="{CDEE33E9-BAA6-4AE0-9449-DDB95E49C44F}" destId="{11290935-1228-4FF8-B088-D98ED3B5D766}" srcOrd="0" destOrd="0" parTransId="{13D9F58C-ED8A-46EF-89E5-0E2D3EAF08C4}" sibTransId="{355B9574-6F86-445E-940E-07FA0F66E3B9}"/>
    <dgm:cxn modelId="{61EA4C24-E9E3-4A01-9ECA-27294954FA4A}" srcId="{507146A7-B101-4748-A3A0-E88B82C96CEA}" destId="{7EE1FE41-6BA4-48CC-A559-EA593F2AA43A}" srcOrd="0" destOrd="0" parTransId="{6BAA01A4-EAED-480D-89E7-799F46F51577}" sibTransId="{AA1FC1AA-A75A-4200-8E20-777DD3E61CD7}"/>
    <dgm:cxn modelId="{41099429-E684-4381-9131-C4C89F619872}" type="presOf" srcId="{13D9F58C-ED8A-46EF-89E5-0E2D3EAF08C4}" destId="{35E7DB4B-4CF4-4556-8E90-3A333EC0BDC5}" srcOrd="0" destOrd="0" presId="urn:microsoft.com/office/officeart/2005/8/layout/hierarchy1"/>
    <dgm:cxn modelId="{E35CA32E-D481-48EF-A26A-7E470A76213E}" type="presOf" srcId="{6BAA01A4-EAED-480D-89E7-799F46F51577}" destId="{F87F8B9B-3AA0-4AA0-8178-AFD0E2E0987D}" srcOrd="0" destOrd="0" presId="urn:microsoft.com/office/officeart/2005/8/layout/hierarchy1"/>
    <dgm:cxn modelId="{5FFF9938-54FF-409D-833B-F97EF49AAF94}" type="presOf" srcId="{CDEE33E9-BAA6-4AE0-9449-DDB95E49C44F}" destId="{CD9942C1-8E6A-4646-8908-5BDEB8F57F56}" srcOrd="0" destOrd="0" presId="urn:microsoft.com/office/officeart/2005/8/layout/hierarchy1"/>
    <dgm:cxn modelId="{BEA68A46-E52F-49A0-BC66-45CE2845E1A7}" type="presOf" srcId="{EF5568EE-CB1E-40D4-AC20-495FC2042FB3}" destId="{9184BE09-C9AA-4A96-9723-461289D0368F}" srcOrd="0" destOrd="0" presId="urn:microsoft.com/office/officeart/2005/8/layout/hierarchy1"/>
    <dgm:cxn modelId="{80D79283-5D80-4E0A-89F4-A96B19E95C37}" type="presOf" srcId="{C5E9292B-C649-45C8-8946-E0CE3902E21C}" destId="{BF2A0ABE-AAC8-4ED4-AC4B-3A18885DFA7E}" srcOrd="0" destOrd="0" presId="urn:microsoft.com/office/officeart/2005/8/layout/hierarchy1"/>
    <dgm:cxn modelId="{74437F90-3DE3-40C8-932E-B313011A17F9}" srcId="{EF5568EE-CB1E-40D4-AC20-495FC2042FB3}" destId="{C5E9292B-C649-45C8-8946-E0CE3902E21C}" srcOrd="0" destOrd="0" parTransId="{36DDBC2B-157B-48FC-A50E-ECEA4A8DD33D}" sibTransId="{3266CE45-0B26-47BB-9A0C-1BA120A94C50}"/>
    <dgm:cxn modelId="{2522E6B6-3013-4584-BC82-FA3438F3BDC5}" type="presOf" srcId="{EAC03A06-1EBE-4E61-9839-9CA25DCCA57B}" destId="{7504C9B4-BB41-445A-97E4-F873303E96EE}" srcOrd="0" destOrd="0" presId="urn:microsoft.com/office/officeart/2005/8/layout/hierarchy1"/>
    <dgm:cxn modelId="{D48376C2-0901-4BB2-BD86-ADE36DB9A325}" srcId="{C5E9292B-C649-45C8-8946-E0CE3902E21C}" destId="{507146A7-B101-4748-A3A0-E88B82C96CEA}" srcOrd="1" destOrd="0" parTransId="{43A128D5-E039-4A52-8D47-D52668C108BD}" sibTransId="{DAAB1F2E-7DC4-4F71-83B7-BC546188C79E}"/>
    <dgm:cxn modelId="{AA7CDED3-AC5D-4FE0-988D-A9F56142734D}" type="presOf" srcId="{43A128D5-E039-4A52-8D47-D52668C108BD}" destId="{C108DF9E-2DD2-4320-BD6B-118CB97D4006}" srcOrd="0" destOrd="0" presId="urn:microsoft.com/office/officeart/2005/8/layout/hierarchy1"/>
    <dgm:cxn modelId="{FEA90CF5-859D-4A4A-A4DA-91C0863478F5}" type="presOf" srcId="{11290935-1228-4FF8-B088-D98ED3B5D766}" destId="{46FA2ABA-B3BB-435E-906A-8917F376E280}" srcOrd="0" destOrd="0" presId="urn:microsoft.com/office/officeart/2005/8/layout/hierarchy1"/>
    <dgm:cxn modelId="{489FABFE-4F94-4FB0-8137-D868AB234C97}" type="presOf" srcId="{7EE1FE41-6BA4-48CC-A559-EA593F2AA43A}" destId="{3B513CA6-3E9D-4629-8B16-43EF748885BC}" srcOrd="0" destOrd="0" presId="urn:microsoft.com/office/officeart/2005/8/layout/hierarchy1"/>
    <dgm:cxn modelId="{37A1F975-1316-47F5-9680-4F14EE7D560D}" type="presParOf" srcId="{9184BE09-C9AA-4A96-9723-461289D0368F}" destId="{6E87A7CB-E2FA-47D6-A95E-F724F50C20F5}" srcOrd="0" destOrd="0" presId="urn:microsoft.com/office/officeart/2005/8/layout/hierarchy1"/>
    <dgm:cxn modelId="{D55D8DD3-F360-4CFB-8EA0-FEC34F6D18AB}" type="presParOf" srcId="{6E87A7CB-E2FA-47D6-A95E-F724F50C20F5}" destId="{0C0C9905-18E7-499D-86E4-833E6C3BAD8A}" srcOrd="0" destOrd="0" presId="urn:microsoft.com/office/officeart/2005/8/layout/hierarchy1"/>
    <dgm:cxn modelId="{DED86499-6809-48E9-ACAA-5541F469BB87}" type="presParOf" srcId="{0C0C9905-18E7-499D-86E4-833E6C3BAD8A}" destId="{54EC7B6B-2FD6-49D0-AB36-2224E7455A0A}" srcOrd="0" destOrd="0" presId="urn:microsoft.com/office/officeart/2005/8/layout/hierarchy1"/>
    <dgm:cxn modelId="{B07923BC-92B1-4438-9709-94B41C0F475B}" type="presParOf" srcId="{0C0C9905-18E7-499D-86E4-833E6C3BAD8A}" destId="{BF2A0ABE-AAC8-4ED4-AC4B-3A18885DFA7E}" srcOrd="1" destOrd="0" presId="urn:microsoft.com/office/officeart/2005/8/layout/hierarchy1"/>
    <dgm:cxn modelId="{B1D586E7-1780-475A-83AA-8C562870AD75}" type="presParOf" srcId="{6E87A7CB-E2FA-47D6-A95E-F724F50C20F5}" destId="{055C9404-27E5-4D96-A1D0-CC08C478B400}" srcOrd="1" destOrd="0" presId="urn:microsoft.com/office/officeart/2005/8/layout/hierarchy1"/>
    <dgm:cxn modelId="{A69AFC59-992A-4414-9006-BA121EF04476}" type="presParOf" srcId="{055C9404-27E5-4D96-A1D0-CC08C478B400}" destId="{7504C9B4-BB41-445A-97E4-F873303E96EE}" srcOrd="0" destOrd="0" presId="urn:microsoft.com/office/officeart/2005/8/layout/hierarchy1"/>
    <dgm:cxn modelId="{B9B71ABB-787C-4592-9C01-1764AFF8EEBC}" type="presParOf" srcId="{055C9404-27E5-4D96-A1D0-CC08C478B400}" destId="{6F6415F2-7B99-475C-89F9-6A2DEBC1FB1B}" srcOrd="1" destOrd="0" presId="urn:microsoft.com/office/officeart/2005/8/layout/hierarchy1"/>
    <dgm:cxn modelId="{0BF39143-11BC-4751-ACDF-FE4310F29BA8}" type="presParOf" srcId="{6F6415F2-7B99-475C-89F9-6A2DEBC1FB1B}" destId="{20454D45-6B92-48CD-BF87-6B5690425B6C}" srcOrd="0" destOrd="0" presId="urn:microsoft.com/office/officeart/2005/8/layout/hierarchy1"/>
    <dgm:cxn modelId="{5CF78A91-C700-4250-9FE3-5AB8F7C62414}" type="presParOf" srcId="{20454D45-6B92-48CD-BF87-6B5690425B6C}" destId="{22A39A8D-44AC-4341-988D-96FD1A0C8A06}" srcOrd="0" destOrd="0" presId="urn:microsoft.com/office/officeart/2005/8/layout/hierarchy1"/>
    <dgm:cxn modelId="{D19EC529-D7C8-49E7-8C65-FB4F8E3BCE1B}" type="presParOf" srcId="{20454D45-6B92-48CD-BF87-6B5690425B6C}" destId="{CD9942C1-8E6A-4646-8908-5BDEB8F57F56}" srcOrd="1" destOrd="0" presId="urn:microsoft.com/office/officeart/2005/8/layout/hierarchy1"/>
    <dgm:cxn modelId="{6E30A125-E401-4EDB-9BB3-BAF195C76168}" type="presParOf" srcId="{6F6415F2-7B99-475C-89F9-6A2DEBC1FB1B}" destId="{A29EBDBD-F422-4E2E-B399-5785069D1682}" srcOrd="1" destOrd="0" presId="urn:microsoft.com/office/officeart/2005/8/layout/hierarchy1"/>
    <dgm:cxn modelId="{F2829664-3391-4B6A-A8A2-4E577F7ED138}" type="presParOf" srcId="{A29EBDBD-F422-4E2E-B399-5785069D1682}" destId="{35E7DB4B-4CF4-4556-8E90-3A333EC0BDC5}" srcOrd="0" destOrd="0" presId="urn:microsoft.com/office/officeart/2005/8/layout/hierarchy1"/>
    <dgm:cxn modelId="{0BA797FD-C90D-49D2-A0DB-F7FBC2F7DBB2}" type="presParOf" srcId="{A29EBDBD-F422-4E2E-B399-5785069D1682}" destId="{314CCB10-1389-4DC4-AF34-3CE2BFCDBEF1}" srcOrd="1" destOrd="0" presId="urn:microsoft.com/office/officeart/2005/8/layout/hierarchy1"/>
    <dgm:cxn modelId="{E02C525B-43A0-4203-AA02-741C7427B839}" type="presParOf" srcId="{314CCB10-1389-4DC4-AF34-3CE2BFCDBEF1}" destId="{A7C29E01-11EA-41EE-B25E-98327BD30303}" srcOrd="0" destOrd="0" presId="urn:microsoft.com/office/officeart/2005/8/layout/hierarchy1"/>
    <dgm:cxn modelId="{AF4D2EEA-31BA-48A5-B697-2E170CA6597A}" type="presParOf" srcId="{A7C29E01-11EA-41EE-B25E-98327BD30303}" destId="{E771B270-2B8B-431C-9C21-1C96112A6AE1}" srcOrd="0" destOrd="0" presId="urn:microsoft.com/office/officeart/2005/8/layout/hierarchy1"/>
    <dgm:cxn modelId="{C5B526A9-8B28-44C4-B090-24A6B6C995B6}" type="presParOf" srcId="{A7C29E01-11EA-41EE-B25E-98327BD30303}" destId="{46FA2ABA-B3BB-435E-906A-8917F376E280}" srcOrd="1" destOrd="0" presId="urn:microsoft.com/office/officeart/2005/8/layout/hierarchy1"/>
    <dgm:cxn modelId="{F5A16768-F876-45EE-8BEE-88DB3B12E4BE}" type="presParOf" srcId="{314CCB10-1389-4DC4-AF34-3CE2BFCDBEF1}" destId="{7EE53BD2-9819-4D86-A0F9-2365E7D5027C}" srcOrd="1" destOrd="0" presId="urn:microsoft.com/office/officeart/2005/8/layout/hierarchy1"/>
    <dgm:cxn modelId="{ECC62A8E-4D45-427C-8A6E-8D1A2A3B6989}" type="presParOf" srcId="{055C9404-27E5-4D96-A1D0-CC08C478B400}" destId="{C108DF9E-2DD2-4320-BD6B-118CB97D4006}" srcOrd="2" destOrd="0" presId="urn:microsoft.com/office/officeart/2005/8/layout/hierarchy1"/>
    <dgm:cxn modelId="{8062C96E-8CFE-404D-A5D9-9777BA53EAAE}" type="presParOf" srcId="{055C9404-27E5-4D96-A1D0-CC08C478B400}" destId="{CE2FED0C-3A9C-42EA-9403-00023EE0566D}" srcOrd="3" destOrd="0" presId="urn:microsoft.com/office/officeart/2005/8/layout/hierarchy1"/>
    <dgm:cxn modelId="{E36D7940-72EE-4680-BBF0-9F3A2FEFF56C}" type="presParOf" srcId="{CE2FED0C-3A9C-42EA-9403-00023EE0566D}" destId="{81AEC023-06B6-4A4D-A015-B96EE586E9B3}" srcOrd="0" destOrd="0" presId="urn:microsoft.com/office/officeart/2005/8/layout/hierarchy1"/>
    <dgm:cxn modelId="{B287724C-FB9B-4994-85C0-038BEB01CBF4}" type="presParOf" srcId="{81AEC023-06B6-4A4D-A015-B96EE586E9B3}" destId="{4291A0F2-BC6A-4901-A008-3B5120A29B4B}" srcOrd="0" destOrd="0" presId="urn:microsoft.com/office/officeart/2005/8/layout/hierarchy1"/>
    <dgm:cxn modelId="{D4FCC258-A0D3-43F4-B781-63E43CF29162}" type="presParOf" srcId="{81AEC023-06B6-4A4D-A015-B96EE586E9B3}" destId="{E6BD8B6C-0C60-4BC7-9766-33E01C129D20}" srcOrd="1" destOrd="0" presId="urn:microsoft.com/office/officeart/2005/8/layout/hierarchy1"/>
    <dgm:cxn modelId="{B6197EF0-3AA5-48C9-A0CD-BCEFD8779D51}" type="presParOf" srcId="{CE2FED0C-3A9C-42EA-9403-00023EE0566D}" destId="{DBB08886-C7A3-429C-BD9D-EFDB5B631BBF}" srcOrd="1" destOrd="0" presId="urn:microsoft.com/office/officeart/2005/8/layout/hierarchy1"/>
    <dgm:cxn modelId="{98958615-6A96-4F27-89A0-2448AF67E432}" type="presParOf" srcId="{DBB08886-C7A3-429C-BD9D-EFDB5B631BBF}" destId="{F87F8B9B-3AA0-4AA0-8178-AFD0E2E0987D}" srcOrd="0" destOrd="0" presId="urn:microsoft.com/office/officeart/2005/8/layout/hierarchy1"/>
    <dgm:cxn modelId="{15A47CA1-08BA-4399-ACF0-D632418E532F}" type="presParOf" srcId="{DBB08886-C7A3-429C-BD9D-EFDB5B631BBF}" destId="{B2F14409-1101-4064-B44F-F8691F27A273}" srcOrd="1" destOrd="0" presId="urn:microsoft.com/office/officeart/2005/8/layout/hierarchy1"/>
    <dgm:cxn modelId="{8A718659-A627-4C69-A40C-BD2FE78F0A64}" type="presParOf" srcId="{B2F14409-1101-4064-B44F-F8691F27A273}" destId="{0D632B35-6338-4CCA-8C1E-B4641C1BA44A}" srcOrd="0" destOrd="0" presId="urn:microsoft.com/office/officeart/2005/8/layout/hierarchy1"/>
    <dgm:cxn modelId="{4188CBB0-1D68-41D2-9194-65D3264D569C}" type="presParOf" srcId="{0D632B35-6338-4CCA-8C1E-B4641C1BA44A}" destId="{CE7CCE0D-E392-4740-A523-4775CC829C6A}" srcOrd="0" destOrd="0" presId="urn:microsoft.com/office/officeart/2005/8/layout/hierarchy1"/>
    <dgm:cxn modelId="{A0A13552-3D21-4C1C-BE4B-D4199C0643F4}" type="presParOf" srcId="{0D632B35-6338-4CCA-8C1E-B4641C1BA44A}" destId="{3B513CA6-3E9D-4629-8B16-43EF748885BC}" srcOrd="1" destOrd="0" presId="urn:microsoft.com/office/officeart/2005/8/layout/hierarchy1"/>
    <dgm:cxn modelId="{4AD60E6D-2ED8-4583-BBBD-42ADC65EB337}" type="presParOf" srcId="{B2F14409-1101-4064-B44F-F8691F27A273}" destId="{C378FE20-66FA-4402-985F-C72A17067B3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E5AAA6-5E24-4D87-B610-795E5A71D1A2}">
      <dsp:nvSpPr>
        <dsp:cNvPr id="0" name=""/>
        <dsp:cNvSpPr/>
      </dsp:nvSpPr>
      <dsp:spPr>
        <a:xfrm>
          <a:off x="2408" y="656485"/>
          <a:ext cx="2027526" cy="6938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Requirements</a:t>
          </a:r>
        </a:p>
      </dsp:txBody>
      <dsp:txXfrm>
        <a:off x="22731" y="676808"/>
        <a:ext cx="1986880" cy="653223"/>
      </dsp:txXfrm>
    </dsp:sp>
    <dsp:sp modelId="{DCEC59F3-C374-4023-B2AB-AE24607F22EF}">
      <dsp:nvSpPr>
        <dsp:cNvPr id="0" name=""/>
        <dsp:cNvSpPr/>
      </dsp:nvSpPr>
      <dsp:spPr>
        <a:xfrm>
          <a:off x="2226911" y="759168"/>
          <a:ext cx="417591" cy="4885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226911" y="856869"/>
        <a:ext cx="292314" cy="293101"/>
      </dsp:txXfrm>
    </dsp:sp>
    <dsp:sp modelId="{D4E8B077-031A-42A8-B704-147E9EF27D95}">
      <dsp:nvSpPr>
        <dsp:cNvPr id="0" name=""/>
        <dsp:cNvSpPr/>
      </dsp:nvSpPr>
      <dsp:spPr>
        <a:xfrm>
          <a:off x="2817843" y="656485"/>
          <a:ext cx="1606231" cy="6938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Design</a:t>
          </a:r>
        </a:p>
      </dsp:txBody>
      <dsp:txXfrm>
        <a:off x="2838166" y="676808"/>
        <a:ext cx="1565585" cy="653223"/>
      </dsp:txXfrm>
    </dsp:sp>
    <dsp:sp modelId="{030EDF4F-9CBB-41C3-BBA5-7C398F564866}">
      <dsp:nvSpPr>
        <dsp:cNvPr id="0" name=""/>
        <dsp:cNvSpPr/>
      </dsp:nvSpPr>
      <dsp:spPr>
        <a:xfrm>
          <a:off x="4621052" y="759168"/>
          <a:ext cx="417591" cy="4885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621052" y="856869"/>
        <a:ext cx="292314" cy="293101"/>
      </dsp:txXfrm>
    </dsp:sp>
    <dsp:sp modelId="{F9E37417-EC22-46F5-B900-F1044A5D8FB5}">
      <dsp:nvSpPr>
        <dsp:cNvPr id="0" name=""/>
        <dsp:cNvSpPr/>
      </dsp:nvSpPr>
      <dsp:spPr>
        <a:xfrm>
          <a:off x="5211984" y="656485"/>
          <a:ext cx="1606231" cy="6938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Development</a:t>
          </a:r>
        </a:p>
      </dsp:txBody>
      <dsp:txXfrm>
        <a:off x="5232307" y="676808"/>
        <a:ext cx="1565585" cy="653223"/>
      </dsp:txXfrm>
    </dsp:sp>
    <dsp:sp modelId="{5FF981FF-FBF4-4412-9A5E-C2FF8EF65958}">
      <dsp:nvSpPr>
        <dsp:cNvPr id="0" name=""/>
        <dsp:cNvSpPr/>
      </dsp:nvSpPr>
      <dsp:spPr>
        <a:xfrm>
          <a:off x="7015192" y="759168"/>
          <a:ext cx="417591" cy="4885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015192" y="856869"/>
        <a:ext cx="292314" cy="293101"/>
      </dsp:txXfrm>
    </dsp:sp>
    <dsp:sp modelId="{3ABE81F3-1DA8-408F-B76B-599D67112AB3}">
      <dsp:nvSpPr>
        <dsp:cNvPr id="0" name=""/>
        <dsp:cNvSpPr/>
      </dsp:nvSpPr>
      <dsp:spPr>
        <a:xfrm>
          <a:off x="7606124" y="656485"/>
          <a:ext cx="1606231" cy="6938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Testing</a:t>
          </a:r>
        </a:p>
      </dsp:txBody>
      <dsp:txXfrm>
        <a:off x="7626447" y="676808"/>
        <a:ext cx="1565585" cy="653223"/>
      </dsp:txXfrm>
    </dsp:sp>
    <dsp:sp modelId="{DD5A4F43-0184-4BA1-AADB-D91C67408F5F}">
      <dsp:nvSpPr>
        <dsp:cNvPr id="0" name=""/>
        <dsp:cNvSpPr/>
      </dsp:nvSpPr>
      <dsp:spPr>
        <a:xfrm>
          <a:off x="9409333" y="759168"/>
          <a:ext cx="417591" cy="4885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9409333" y="856869"/>
        <a:ext cx="292314" cy="293101"/>
      </dsp:txXfrm>
    </dsp:sp>
    <dsp:sp modelId="{6ACDD8BF-3190-4CD2-AB21-177B5F811716}">
      <dsp:nvSpPr>
        <dsp:cNvPr id="0" name=""/>
        <dsp:cNvSpPr/>
      </dsp:nvSpPr>
      <dsp:spPr>
        <a:xfrm>
          <a:off x="10000265" y="656485"/>
          <a:ext cx="1606231" cy="6938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Defect Management</a:t>
          </a:r>
        </a:p>
      </dsp:txBody>
      <dsp:txXfrm>
        <a:off x="10020588" y="676808"/>
        <a:ext cx="1565585" cy="6532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7F8B9B-3AA0-4AA0-8178-AFD0E2E0987D}">
      <dsp:nvSpPr>
        <dsp:cNvPr id="0" name=""/>
        <dsp:cNvSpPr/>
      </dsp:nvSpPr>
      <dsp:spPr>
        <a:xfrm>
          <a:off x="2714925" y="1982675"/>
          <a:ext cx="91440" cy="3693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931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08DF9E-2DD2-4320-BD6B-118CB97D4006}">
      <dsp:nvSpPr>
        <dsp:cNvPr id="0" name=""/>
        <dsp:cNvSpPr/>
      </dsp:nvSpPr>
      <dsp:spPr>
        <a:xfrm>
          <a:off x="1984634" y="807017"/>
          <a:ext cx="776011" cy="369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674"/>
              </a:lnTo>
              <a:lnTo>
                <a:pt x="776011" y="251674"/>
              </a:lnTo>
              <a:lnTo>
                <a:pt x="776011" y="3693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E7DB4B-4CF4-4556-8E90-3A333EC0BDC5}">
      <dsp:nvSpPr>
        <dsp:cNvPr id="0" name=""/>
        <dsp:cNvSpPr/>
      </dsp:nvSpPr>
      <dsp:spPr>
        <a:xfrm>
          <a:off x="1162903" y="1982675"/>
          <a:ext cx="91440" cy="3693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931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04C9B4-BB41-445A-97E4-F873303E96EE}">
      <dsp:nvSpPr>
        <dsp:cNvPr id="0" name=""/>
        <dsp:cNvSpPr/>
      </dsp:nvSpPr>
      <dsp:spPr>
        <a:xfrm>
          <a:off x="1208623" y="807017"/>
          <a:ext cx="776011" cy="369310"/>
        </a:xfrm>
        <a:custGeom>
          <a:avLst/>
          <a:gdLst/>
          <a:ahLst/>
          <a:cxnLst/>
          <a:rect l="0" t="0" r="0" b="0"/>
          <a:pathLst>
            <a:path>
              <a:moveTo>
                <a:pt x="776011" y="0"/>
              </a:moveTo>
              <a:lnTo>
                <a:pt x="776011" y="251674"/>
              </a:lnTo>
              <a:lnTo>
                <a:pt x="0" y="251674"/>
              </a:lnTo>
              <a:lnTo>
                <a:pt x="0" y="36931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EC7B6B-2FD6-49D0-AB36-2224E7455A0A}">
      <dsp:nvSpPr>
        <dsp:cNvPr id="0" name=""/>
        <dsp:cNvSpPr/>
      </dsp:nvSpPr>
      <dsp:spPr>
        <a:xfrm>
          <a:off x="1349716" y="671"/>
          <a:ext cx="1269836" cy="8063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2A0ABE-AAC8-4ED4-AC4B-3A18885DFA7E}">
      <dsp:nvSpPr>
        <dsp:cNvPr id="0" name=""/>
        <dsp:cNvSpPr/>
      </dsp:nvSpPr>
      <dsp:spPr>
        <a:xfrm>
          <a:off x="1490809" y="134709"/>
          <a:ext cx="1269836" cy="8063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Remote Repository</a:t>
          </a:r>
        </a:p>
      </dsp:txBody>
      <dsp:txXfrm>
        <a:off x="1514426" y="158326"/>
        <a:ext cx="1222602" cy="759112"/>
      </dsp:txXfrm>
    </dsp:sp>
    <dsp:sp modelId="{22A39A8D-44AC-4341-988D-96FD1A0C8A06}">
      <dsp:nvSpPr>
        <dsp:cNvPr id="0" name=""/>
        <dsp:cNvSpPr/>
      </dsp:nvSpPr>
      <dsp:spPr>
        <a:xfrm>
          <a:off x="573704" y="1176328"/>
          <a:ext cx="1269836" cy="8063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942C1-8E6A-4646-8908-5BDEB8F57F56}">
      <dsp:nvSpPr>
        <dsp:cNvPr id="0" name=""/>
        <dsp:cNvSpPr/>
      </dsp:nvSpPr>
      <dsp:spPr>
        <a:xfrm>
          <a:off x="714797" y="1310366"/>
          <a:ext cx="1269836" cy="8063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Developer A</a:t>
          </a:r>
        </a:p>
      </dsp:txBody>
      <dsp:txXfrm>
        <a:off x="738414" y="1333983"/>
        <a:ext cx="1222602" cy="759112"/>
      </dsp:txXfrm>
    </dsp:sp>
    <dsp:sp modelId="{E771B270-2B8B-431C-9C21-1C96112A6AE1}">
      <dsp:nvSpPr>
        <dsp:cNvPr id="0" name=""/>
        <dsp:cNvSpPr/>
      </dsp:nvSpPr>
      <dsp:spPr>
        <a:xfrm>
          <a:off x="573704" y="2351985"/>
          <a:ext cx="1269836" cy="8063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A2ABA-B3BB-435E-906A-8917F376E280}">
      <dsp:nvSpPr>
        <dsp:cNvPr id="0" name=""/>
        <dsp:cNvSpPr/>
      </dsp:nvSpPr>
      <dsp:spPr>
        <a:xfrm>
          <a:off x="714797" y="2486024"/>
          <a:ext cx="1269836" cy="8063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Local </a:t>
          </a:r>
          <a:r>
            <a:rPr lang="en-US" sz="1900" kern="1200" dirty="0" err="1"/>
            <a:t>Git</a:t>
          </a:r>
          <a:endParaRPr lang="en-US" sz="1900" kern="1200" dirty="0"/>
        </a:p>
      </dsp:txBody>
      <dsp:txXfrm>
        <a:off x="738414" y="2509641"/>
        <a:ext cx="1222602" cy="759112"/>
      </dsp:txXfrm>
    </dsp:sp>
    <dsp:sp modelId="{4291A0F2-BC6A-4901-A008-3B5120A29B4B}">
      <dsp:nvSpPr>
        <dsp:cNvPr id="0" name=""/>
        <dsp:cNvSpPr/>
      </dsp:nvSpPr>
      <dsp:spPr>
        <a:xfrm>
          <a:off x="2125727" y="1176328"/>
          <a:ext cx="1269836" cy="8063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D8B6C-0C60-4BC7-9766-33E01C129D20}">
      <dsp:nvSpPr>
        <dsp:cNvPr id="0" name=""/>
        <dsp:cNvSpPr/>
      </dsp:nvSpPr>
      <dsp:spPr>
        <a:xfrm>
          <a:off x="2266820" y="1310366"/>
          <a:ext cx="1269836" cy="8063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Developer B</a:t>
          </a:r>
        </a:p>
      </dsp:txBody>
      <dsp:txXfrm>
        <a:off x="2290437" y="1333983"/>
        <a:ext cx="1222602" cy="759112"/>
      </dsp:txXfrm>
    </dsp:sp>
    <dsp:sp modelId="{CE7CCE0D-E392-4740-A523-4775CC829C6A}">
      <dsp:nvSpPr>
        <dsp:cNvPr id="0" name=""/>
        <dsp:cNvSpPr/>
      </dsp:nvSpPr>
      <dsp:spPr>
        <a:xfrm>
          <a:off x="2125727" y="2351985"/>
          <a:ext cx="1269836" cy="8063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13CA6-3E9D-4629-8B16-43EF748885BC}">
      <dsp:nvSpPr>
        <dsp:cNvPr id="0" name=""/>
        <dsp:cNvSpPr/>
      </dsp:nvSpPr>
      <dsp:spPr>
        <a:xfrm>
          <a:off x="2266820" y="2486024"/>
          <a:ext cx="1269836" cy="8063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Local </a:t>
          </a:r>
          <a:r>
            <a:rPr lang="en-US" sz="1900" kern="1200" dirty="0" err="1"/>
            <a:t>Git</a:t>
          </a:r>
          <a:endParaRPr lang="en-US" sz="1900" kern="1200" dirty="0"/>
        </a:p>
      </dsp:txBody>
      <dsp:txXfrm>
        <a:off x="2290437" y="2509641"/>
        <a:ext cx="1222602" cy="7591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0CF7-0DE5-436F-B086-616A3599F02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C04F-DAF9-415B-800E-1418B97C4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56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0CF7-0DE5-436F-B086-616A3599F02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C04F-DAF9-415B-800E-1418B97C4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4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0CF7-0DE5-436F-B086-616A3599F02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C04F-DAF9-415B-800E-1418B97C4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72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0CF7-0DE5-436F-B086-616A3599F02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C04F-DAF9-415B-800E-1418B97C4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4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0CF7-0DE5-436F-B086-616A3599F02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C04F-DAF9-415B-800E-1418B97C4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3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0CF7-0DE5-436F-B086-616A3599F02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C04F-DAF9-415B-800E-1418B97C4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67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0CF7-0DE5-436F-B086-616A3599F02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C04F-DAF9-415B-800E-1418B97C4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01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0CF7-0DE5-436F-B086-616A3599F02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C04F-DAF9-415B-800E-1418B97C4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06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0CF7-0DE5-436F-B086-616A3599F02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C04F-DAF9-415B-800E-1418B97C4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83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0CF7-0DE5-436F-B086-616A3599F02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C04F-DAF9-415B-800E-1418B97C4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31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0CF7-0DE5-436F-B086-616A3599F02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C04F-DAF9-415B-800E-1418B97C4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1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0CF7-0DE5-436F-B086-616A3599F02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1C04F-DAF9-415B-800E-1418B97C4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23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Project Setup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27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115411"/>
            <a:ext cx="10839635" cy="887767"/>
          </a:xfrm>
        </p:spPr>
        <p:txBody>
          <a:bodyPr>
            <a:normAutofit fontScale="90000"/>
          </a:bodyPr>
          <a:lstStyle/>
          <a:p>
            <a:r>
              <a:rPr lang="en-US" dirty="0"/>
              <a:t>Software Quality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128" y="958788"/>
            <a:ext cx="11129768" cy="560103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Software Quality?</a:t>
            </a:r>
          </a:p>
          <a:p>
            <a:endParaRPr lang="en-US" dirty="0"/>
          </a:p>
          <a:p>
            <a:r>
              <a:rPr lang="en-US" dirty="0"/>
              <a:t>Software quality refers to the degree to which a software product </a:t>
            </a:r>
            <a:r>
              <a:rPr lang="en-US" dirty="0">
                <a:solidFill>
                  <a:schemeClr val="accent4"/>
                </a:solidFill>
              </a:rPr>
              <a:t>satisfies specified requirements</a:t>
            </a:r>
            <a:r>
              <a:rPr lang="en-US" dirty="0"/>
              <a:t>, </a:t>
            </a:r>
            <a:r>
              <a:rPr lang="en-US" dirty="0">
                <a:solidFill>
                  <a:schemeClr val="accent4"/>
                </a:solidFill>
              </a:rPr>
              <a:t>meets user expectations</a:t>
            </a:r>
            <a:r>
              <a:rPr lang="en-US" dirty="0"/>
              <a:t>, and </a:t>
            </a:r>
            <a:r>
              <a:rPr lang="en-US" dirty="0">
                <a:solidFill>
                  <a:schemeClr val="accent4"/>
                </a:solidFill>
              </a:rPr>
              <a:t>possesses desirable characteristics </a:t>
            </a:r>
            <a:r>
              <a:rPr lang="en-US" dirty="0"/>
              <a:t>such as reliability, security, maintainability, usability, and performance.</a:t>
            </a:r>
          </a:p>
          <a:p>
            <a:endParaRPr lang="en-US" dirty="0"/>
          </a:p>
          <a:p>
            <a:r>
              <a:rPr lang="en-US" dirty="0">
                <a:solidFill>
                  <a:schemeClr val="accent4"/>
                </a:solidFill>
              </a:rPr>
              <a:t>A high-quality software system should not merely "work." </a:t>
            </a:r>
            <a:r>
              <a:rPr lang="en-US" dirty="0"/>
              <a:t>It should also be: </a:t>
            </a:r>
            <a:r>
              <a:rPr lang="en-US" dirty="0">
                <a:solidFill>
                  <a:schemeClr val="accent4"/>
                </a:solidFill>
              </a:rPr>
              <a:t>(??)</a:t>
            </a:r>
          </a:p>
        </p:txBody>
      </p:sp>
    </p:spTree>
    <p:extLst>
      <p:ext uri="{BB962C8B-B14F-4D97-AF65-F5344CB8AC3E}">
        <p14:creationId xmlns:p14="http://schemas.microsoft.com/office/powerpoint/2010/main" val="401532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565" y="1027906"/>
            <a:ext cx="11158331" cy="542013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Software Quality Engineering ??</a:t>
            </a:r>
          </a:p>
          <a:p>
            <a:r>
              <a:rPr lang="en-US" b="1" dirty="0"/>
              <a:t>Software Quality Engineering (SQE)</a:t>
            </a:r>
            <a:r>
              <a:rPr lang="en-US" dirty="0"/>
              <a:t>  - “ systematic application of engineering principles, processes, methods, tools, and practices to ensure and improve the quality of software throughout its development lifecycle”.</a:t>
            </a:r>
          </a:p>
          <a:p>
            <a:endParaRPr lang="en-US" dirty="0"/>
          </a:p>
          <a:p>
            <a:r>
              <a:rPr lang="en-US" dirty="0"/>
              <a:t>SQE Covers Activities such as: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395203949"/>
              </p:ext>
            </p:extLst>
          </p:nvPr>
        </p:nvGraphicFramePr>
        <p:xfrm>
          <a:off x="397565" y="4115663"/>
          <a:ext cx="11608905" cy="2006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5503522" y="6122504"/>
            <a:ext cx="1387052" cy="572358"/>
            <a:chOff x="6570170" y="880011"/>
            <a:chExt cx="1387052" cy="572358"/>
          </a:xfrm>
        </p:grpSpPr>
        <p:sp>
          <p:nvSpPr>
            <p:cNvPr id="6" name="Rounded Rectangle 5"/>
            <p:cNvSpPr/>
            <p:nvPr/>
          </p:nvSpPr>
          <p:spPr>
            <a:xfrm>
              <a:off x="6570170" y="880011"/>
              <a:ext cx="1387052" cy="57235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 txBox="1"/>
            <p:nvPr/>
          </p:nvSpPr>
          <p:spPr>
            <a:xfrm>
              <a:off x="6586934" y="896775"/>
              <a:ext cx="1353524" cy="538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700" kern="1200" dirty="0"/>
                <a:t>Quality Analysis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628839" y="6105740"/>
            <a:ext cx="1387052" cy="572358"/>
            <a:chOff x="6570170" y="880011"/>
            <a:chExt cx="1387052" cy="572358"/>
          </a:xfrm>
        </p:grpSpPr>
        <p:sp>
          <p:nvSpPr>
            <p:cNvPr id="9" name="Rounded Rectangle 8"/>
            <p:cNvSpPr/>
            <p:nvPr/>
          </p:nvSpPr>
          <p:spPr>
            <a:xfrm>
              <a:off x="6570170" y="880011"/>
              <a:ext cx="1387052" cy="57235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 txBox="1"/>
            <p:nvPr/>
          </p:nvSpPr>
          <p:spPr>
            <a:xfrm>
              <a:off x="6586934" y="896775"/>
              <a:ext cx="1353524" cy="538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700" kern="1200" dirty="0"/>
                <a:t>Deployment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9844451" y="6096963"/>
            <a:ext cx="1387052" cy="572358"/>
            <a:chOff x="6570170" y="880011"/>
            <a:chExt cx="1387052" cy="572358"/>
          </a:xfrm>
        </p:grpSpPr>
        <p:sp>
          <p:nvSpPr>
            <p:cNvPr id="12" name="Rounded Rectangle 11"/>
            <p:cNvSpPr/>
            <p:nvPr/>
          </p:nvSpPr>
          <p:spPr>
            <a:xfrm>
              <a:off x="6570170" y="880011"/>
              <a:ext cx="1387052" cy="57235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 txBox="1"/>
            <p:nvPr/>
          </p:nvSpPr>
          <p:spPr>
            <a:xfrm>
              <a:off x="6586934" y="896775"/>
              <a:ext cx="1353524" cy="538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700" kern="1200" dirty="0"/>
                <a:t>Maintenance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231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Quality should therefore be considered throughout the </a:t>
            </a:r>
            <a:r>
              <a:rPr lang="en-US" dirty="0">
                <a:solidFill>
                  <a:schemeClr val="accent4"/>
                </a:solidFill>
              </a:rPr>
              <a:t>entire Software Development Life Cycle (SDLC)</a:t>
            </a:r>
            <a:r>
              <a:rPr lang="en-US" dirty="0"/>
              <a:t>, rather than only at the testing stage.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40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84" y="205328"/>
            <a:ext cx="11723703" cy="886626"/>
          </a:xfrm>
        </p:spPr>
        <p:txBody>
          <a:bodyPr/>
          <a:lstStyle/>
          <a:p>
            <a:r>
              <a:rPr lang="en-US" dirty="0"/>
              <a:t>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272" y="1690688"/>
            <a:ext cx="10865528" cy="44862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Version Control System (VCS)</a:t>
            </a:r>
            <a:r>
              <a:rPr lang="en-US" dirty="0"/>
              <a:t> is a software system that </a:t>
            </a:r>
            <a:r>
              <a:rPr lang="en-US" dirty="0">
                <a:solidFill>
                  <a:schemeClr val="accent4"/>
                </a:solidFill>
              </a:rPr>
              <a:t>records changes made to files over time so that developers can track, </a:t>
            </a:r>
            <a:r>
              <a:rPr lang="en-US" dirty="0"/>
              <a:t>compare, restore, and manage </a:t>
            </a:r>
            <a:r>
              <a:rPr lang="en-US" dirty="0">
                <a:solidFill>
                  <a:schemeClr val="accent4"/>
                </a:solidFill>
              </a:rPr>
              <a:t>different versions of a project.</a:t>
            </a:r>
          </a:p>
          <a:p>
            <a:endParaRPr lang="en-US" dirty="0"/>
          </a:p>
          <a:p>
            <a:r>
              <a:rPr lang="en-US" dirty="0"/>
              <a:t>Let’s consider following setup:</a:t>
            </a:r>
          </a:p>
          <a:p>
            <a:pPr marL="0" indent="0">
              <a:buNone/>
            </a:pPr>
            <a:r>
              <a:rPr lang="en-US" dirty="0"/>
              <a:t>project_final.zip</a:t>
            </a:r>
          </a:p>
          <a:p>
            <a:pPr marL="0" indent="0">
              <a:buNone/>
            </a:pPr>
            <a:r>
              <a:rPr lang="en-US" dirty="0"/>
              <a:t>project_final2.zip</a:t>
            </a:r>
          </a:p>
          <a:p>
            <a:pPr marL="0" indent="0">
              <a:buNone/>
            </a:pPr>
            <a:r>
              <a:rPr lang="en-US" dirty="0"/>
              <a:t>project_final_latest.zip</a:t>
            </a:r>
          </a:p>
          <a:p>
            <a:pPr marL="0" indent="0">
              <a:buNone/>
            </a:pPr>
            <a:r>
              <a:rPr lang="en-US" dirty="0"/>
              <a:t>project_final_latest2.zip</a:t>
            </a:r>
          </a:p>
          <a:p>
            <a:pPr marL="0" indent="0">
              <a:buNone/>
            </a:pPr>
            <a:r>
              <a:rPr lang="en-US" dirty="0"/>
              <a:t>project_final_REAL.zip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What is issue in the above setup?</a:t>
            </a:r>
          </a:p>
        </p:txBody>
      </p:sp>
    </p:spTree>
    <p:extLst>
      <p:ext uri="{BB962C8B-B14F-4D97-AF65-F5344CB8AC3E}">
        <p14:creationId xmlns:p14="http://schemas.microsoft.com/office/powerpoint/2010/main" val="255470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272" y="1233996"/>
            <a:ext cx="10865528" cy="49429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 version control system provides a structured solution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Version 1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Version 2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Version 3</a:t>
            </a:r>
          </a:p>
          <a:p>
            <a:pPr marL="0" indent="0">
              <a:buNone/>
            </a:pPr>
            <a:r>
              <a:rPr lang="en-US" dirty="0"/>
              <a:t> ↓</a:t>
            </a:r>
          </a:p>
          <a:p>
            <a:pPr marL="0" indent="0">
              <a:buNone/>
            </a:pPr>
            <a:r>
              <a:rPr lang="en-US" dirty="0"/>
              <a:t>Version 4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Any issue in this? If not, how it helps developers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Who, what, why, when, how, which</a:t>
            </a:r>
          </a:p>
        </p:txBody>
      </p:sp>
    </p:spTree>
    <p:extLst>
      <p:ext uri="{BB962C8B-B14F-4D97-AF65-F5344CB8AC3E}">
        <p14:creationId xmlns:p14="http://schemas.microsoft.com/office/powerpoint/2010/main" val="84161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Version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272" y="1233996"/>
            <a:ext cx="10865528" cy="4942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Local Version Control</a:t>
            </a:r>
          </a:p>
          <a:p>
            <a:pPr marL="0" indent="0">
              <a:buNone/>
            </a:pPr>
            <a:r>
              <a:rPr lang="en-US" dirty="0"/>
              <a:t>Versions are maintained on the developer's local machine.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Developer Computer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       │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       ├── Version 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       ├── Version 2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       └── Version 3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Issue in this setup?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471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Version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272" y="1233996"/>
            <a:ext cx="10865528" cy="4942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Centralized Version Control</a:t>
            </a:r>
          </a:p>
          <a:p>
            <a:pPr marL="0" indent="0">
              <a:buNone/>
            </a:pPr>
            <a:r>
              <a:rPr lang="en-US" dirty="0"/>
              <a:t>A central server maintains the project repository.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SVN, CVS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Developer A ──┐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Developer B ──┼── Central Repository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Developer C ──┘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Issue?</a:t>
            </a:r>
          </a:p>
          <a:p>
            <a:pPr marL="0" indent="0">
              <a:buNone/>
            </a:pPr>
            <a:r>
              <a:rPr lang="en-US" dirty="0"/>
              <a:t>A limitation is that the central server becomes a major dependency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05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Version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272" y="1233996"/>
            <a:ext cx="10865528" cy="49429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Distributed Version Control</a:t>
            </a:r>
          </a:p>
          <a:p>
            <a:pPr marL="0" indent="0">
              <a:buNone/>
            </a:pPr>
            <a:r>
              <a:rPr lang="en-US" dirty="0"/>
              <a:t>Every developer maintains a complete repository locally.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Examples include:</a:t>
            </a:r>
          </a:p>
          <a:p>
            <a:r>
              <a:rPr lang="en-US" dirty="0" err="1"/>
              <a:t>Git</a:t>
            </a:r>
            <a:r>
              <a:rPr lang="en-US" dirty="0"/>
              <a:t> </a:t>
            </a:r>
          </a:p>
          <a:p>
            <a:r>
              <a:rPr lang="en-US" dirty="0"/>
              <a:t>Mercurial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is a Distributed Version Control System (DVCS).</a:t>
            </a:r>
          </a:p>
          <a:p>
            <a:pPr marL="0" indent="0">
              <a:buNone/>
            </a:pPr>
            <a:r>
              <a:rPr lang="en-US" dirty="0"/>
              <a:t>	 	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29278704"/>
              </p:ext>
            </p:extLst>
          </p:nvPr>
        </p:nvGraphicFramePr>
        <p:xfrm>
          <a:off x="7927759" y="1935907"/>
          <a:ext cx="4110362" cy="3293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0206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272" y="1233996"/>
            <a:ext cx="10865528" cy="4942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Git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 err="1"/>
              <a:t>Git</a:t>
            </a:r>
            <a:r>
              <a:rPr lang="en-US" dirty="0"/>
              <a:t> is a distributed version control system </a:t>
            </a:r>
          </a:p>
          <a:p>
            <a:r>
              <a:rPr lang="en-US" dirty="0"/>
              <a:t>To track changes in source code and other project files, enabling developers to manage versions, collaborate, create branches, and maintain project history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Can a Developer use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entirely on its own computer?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dirty="0"/>
              <a:t>A developer can use </a:t>
            </a:r>
            <a:r>
              <a:rPr lang="en-US" dirty="0" err="1"/>
              <a:t>Git</a:t>
            </a:r>
            <a:r>
              <a:rPr lang="en-US" dirty="0"/>
              <a:t> entirely on their own computer.</a:t>
            </a:r>
          </a:p>
        </p:txBody>
      </p:sp>
    </p:spTree>
    <p:extLst>
      <p:ext uri="{BB962C8B-B14F-4D97-AF65-F5344CB8AC3E}">
        <p14:creationId xmlns:p14="http://schemas.microsoft.com/office/powerpoint/2010/main" val="280763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Why do we need </a:t>
            </a:r>
            <a:r>
              <a:rPr lang="en-US" dirty="0" err="1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272" y="1233996"/>
            <a:ext cx="10865528" cy="4942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developer can examine the history and identify the problematic change.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22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272" y="1233996"/>
            <a:ext cx="10865528" cy="4942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GitHub is a cloud-based platform for hosting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repositories and supporting collaborative software development through features such as repositories, pull requests, issues, code reviews, project management, and automation.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GitHub </a:t>
            </a:r>
            <a:r>
              <a:rPr lang="en-US" dirty="0">
                <a:solidFill>
                  <a:schemeClr val="accent2"/>
                </a:solidFill>
              </a:rPr>
              <a:t>uses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as its underlying version-control technology.</a:t>
            </a:r>
          </a:p>
          <a:p>
            <a:r>
              <a:rPr lang="en-US" dirty="0"/>
              <a:t>GitHub provides a </a:t>
            </a:r>
            <a:r>
              <a:rPr lang="en-US" dirty="0">
                <a:solidFill>
                  <a:schemeClr val="accent2"/>
                </a:solidFill>
              </a:rPr>
              <a:t>web-based environment where development teams can collaborate.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477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Git</a:t>
            </a:r>
            <a:r>
              <a:rPr lang="en-US" dirty="0"/>
              <a:t> Vs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683" y="1074198"/>
            <a:ext cx="11182165" cy="55219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2"/>
                </a:solidFill>
              </a:rPr>
              <a:t>Git</a:t>
            </a:r>
            <a:endParaRPr lang="en-US" b="1" dirty="0">
              <a:solidFill>
                <a:schemeClr val="accent2"/>
              </a:solidFill>
            </a:endParaRPr>
          </a:p>
          <a:p>
            <a:r>
              <a:rPr lang="en-US" dirty="0" err="1"/>
              <a:t>Git</a:t>
            </a:r>
            <a:r>
              <a:rPr lang="en-US" dirty="0"/>
              <a:t> is the </a:t>
            </a:r>
            <a:r>
              <a:rPr lang="en-US" b="1" dirty="0"/>
              <a:t>version control software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GitHub</a:t>
            </a:r>
          </a:p>
          <a:p>
            <a:r>
              <a:rPr lang="en-US" dirty="0"/>
              <a:t>GitHub is a </a:t>
            </a:r>
            <a:r>
              <a:rPr lang="en-US" b="1" dirty="0"/>
              <a:t>platform that hosts </a:t>
            </a:r>
            <a:r>
              <a:rPr lang="en-US" b="1" dirty="0" err="1"/>
              <a:t>Git</a:t>
            </a:r>
            <a:r>
              <a:rPr lang="en-US" b="1" dirty="0"/>
              <a:t> repositories and provides collaboration and software-development services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E.g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Git</a:t>
            </a:r>
            <a:r>
              <a:rPr lang="en-US" dirty="0"/>
              <a:t> = Engine</a:t>
            </a:r>
          </a:p>
          <a:p>
            <a:pPr marL="0" indent="0">
              <a:buNone/>
            </a:pPr>
            <a:r>
              <a:rPr lang="en-US" dirty="0"/>
              <a:t>	GitHub = Platform/Service built around that engine</a:t>
            </a:r>
          </a:p>
          <a:p>
            <a:endParaRPr lang="en-US" dirty="0"/>
          </a:p>
          <a:p>
            <a:r>
              <a:rPr lang="en-US" dirty="0" err="1"/>
              <a:t>Git</a:t>
            </a:r>
            <a:r>
              <a:rPr lang="en-US" dirty="0"/>
              <a:t> allows you </a:t>
            </a:r>
            <a:r>
              <a:rPr lang="en-US" dirty="0">
                <a:solidFill>
                  <a:schemeClr val="accent2"/>
                </a:solidFill>
              </a:rPr>
              <a:t>to manage versions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GitHub allows you to </a:t>
            </a:r>
            <a:r>
              <a:rPr lang="en-US" dirty="0">
                <a:solidFill>
                  <a:schemeClr val="accent2"/>
                </a:solidFill>
              </a:rPr>
              <a:t>host those versions online and collaborate with other developers.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24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Git</a:t>
            </a:r>
            <a:r>
              <a:rPr lang="en-US" dirty="0"/>
              <a:t> and GitHub Relationship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1938291" y="994300"/>
            <a:ext cx="6096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GitHub</a:t>
            </a:r>
          </a:p>
          <a:p>
            <a:r>
              <a:rPr lang="en-US" dirty="0"/>
              <a:t>        ┌────────────────────┐</a:t>
            </a:r>
          </a:p>
          <a:p>
            <a:r>
              <a:rPr lang="en-US" dirty="0"/>
              <a:t>        │ Remote Repository  │</a:t>
            </a:r>
          </a:p>
          <a:p>
            <a:r>
              <a:rPr lang="en-US" dirty="0"/>
              <a:t>        │ Issues             │</a:t>
            </a:r>
          </a:p>
          <a:p>
            <a:r>
              <a:rPr lang="en-US" dirty="0"/>
              <a:t>        │ Pull Requests      │</a:t>
            </a:r>
          </a:p>
          <a:p>
            <a:r>
              <a:rPr lang="en-US" dirty="0"/>
              <a:t>        │ Code Review        │</a:t>
            </a:r>
          </a:p>
          <a:p>
            <a:r>
              <a:rPr lang="en-US" dirty="0"/>
              <a:t>        │ Actions            │</a:t>
            </a:r>
          </a:p>
          <a:p>
            <a:r>
              <a:rPr lang="en-US" dirty="0"/>
              <a:t>        │ Projects           │</a:t>
            </a:r>
          </a:p>
          <a:p>
            <a:r>
              <a:rPr lang="en-US" dirty="0"/>
              <a:t>        └─────────┬──────────┘</a:t>
            </a:r>
          </a:p>
          <a:p>
            <a:r>
              <a:rPr lang="en-US" dirty="0"/>
              <a:t>                  │</a:t>
            </a:r>
          </a:p>
          <a:p>
            <a:r>
              <a:rPr lang="en-US" dirty="0"/>
              <a:t>                  │ </a:t>
            </a:r>
            <a:r>
              <a:rPr lang="en-US" dirty="0" err="1"/>
              <a:t>Git</a:t>
            </a:r>
            <a:endParaRPr lang="en-US" dirty="0"/>
          </a:p>
          <a:p>
            <a:r>
              <a:rPr lang="en-US" dirty="0"/>
              <a:t>                  │</a:t>
            </a:r>
          </a:p>
          <a:p>
            <a:r>
              <a:rPr lang="en-US" dirty="0"/>
              <a:t>        ┌─────────▼──────────┐</a:t>
            </a:r>
          </a:p>
          <a:p>
            <a:r>
              <a:rPr lang="en-US" dirty="0"/>
              <a:t>        │ Local Repository   │</a:t>
            </a:r>
          </a:p>
          <a:p>
            <a:r>
              <a:rPr lang="en-US" dirty="0"/>
              <a:t>        │ Commit             │</a:t>
            </a:r>
          </a:p>
          <a:p>
            <a:r>
              <a:rPr lang="en-US" dirty="0"/>
              <a:t>        │ Branch             │</a:t>
            </a:r>
          </a:p>
          <a:p>
            <a:r>
              <a:rPr lang="en-US" dirty="0"/>
              <a:t>        │ Merge              │</a:t>
            </a:r>
          </a:p>
          <a:p>
            <a:r>
              <a:rPr lang="en-US" dirty="0"/>
              <a:t>        │ History            │</a:t>
            </a:r>
          </a:p>
          <a:p>
            <a:r>
              <a:rPr lang="en-US" dirty="0"/>
              <a:t>        └────────────────────┘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13646" y="555607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 developer normally works locally using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and synchronizes their repository with GitHub.</a:t>
            </a:r>
          </a:p>
        </p:txBody>
      </p:sp>
    </p:spTree>
    <p:extLst>
      <p:ext uri="{BB962C8B-B14F-4D97-AF65-F5344CB8AC3E}">
        <p14:creationId xmlns:p14="http://schemas.microsoft.com/office/powerpoint/2010/main" val="33227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Important </a:t>
            </a:r>
            <a:r>
              <a:rPr lang="en-US" dirty="0" err="1"/>
              <a:t>Git</a:t>
            </a:r>
            <a:r>
              <a:rPr lang="en-US" dirty="0"/>
              <a:t>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683" y="1074198"/>
            <a:ext cx="11182165" cy="5521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Repository:  </a:t>
            </a:r>
            <a:r>
              <a:rPr lang="en-US" dirty="0"/>
              <a:t>A </a:t>
            </a:r>
            <a:r>
              <a:rPr lang="en-US" b="1" dirty="0"/>
              <a:t>repository</a:t>
            </a:r>
            <a:r>
              <a:rPr lang="en-US" dirty="0"/>
              <a:t>, commonly called a </a:t>
            </a:r>
            <a:r>
              <a:rPr lang="en-US" b="1" dirty="0"/>
              <a:t>repo</a:t>
            </a:r>
            <a:r>
              <a:rPr lang="en-US" dirty="0"/>
              <a:t>, is a storage location containing a project's files and its version history</a:t>
            </a:r>
          </a:p>
          <a:p>
            <a:pPr marL="0" indent="0">
              <a:buNone/>
            </a:pPr>
            <a:endParaRPr lang="en-US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Local Repository: </a:t>
            </a:r>
            <a:r>
              <a:rPr lang="en-US" dirty="0"/>
              <a:t>A repository stored on your computer. </a:t>
            </a:r>
            <a:r>
              <a:rPr lang="en-US" dirty="0" err="1"/>
              <a:t>E.g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	C:\Users\Student\sqe-library-management</a:t>
            </a:r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manages the version history of this repository.</a:t>
            </a:r>
          </a:p>
          <a:p>
            <a:pPr marL="0" indent="0">
              <a:buNone/>
            </a:pPr>
            <a:endParaRPr lang="en-US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manages the version history of this repository.</a:t>
            </a:r>
          </a:p>
          <a:p>
            <a:pPr marL="0" indent="0">
              <a:buNone/>
            </a:pPr>
            <a:endParaRPr lang="en-US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Remote Repository: </a:t>
            </a:r>
            <a:r>
              <a:rPr lang="en-US" dirty="0"/>
              <a:t>A repository hosted on a remote platform such as GitHub.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Important </a:t>
            </a:r>
            <a:r>
              <a:rPr lang="en-US" dirty="0" err="1"/>
              <a:t>Git</a:t>
            </a:r>
            <a:r>
              <a:rPr lang="en-US" dirty="0"/>
              <a:t>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683" y="1074198"/>
            <a:ext cx="11182165" cy="55219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Commit: </a:t>
            </a:r>
            <a:r>
              <a:rPr lang="en-US" dirty="0"/>
              <a:t>A </a:t>
            </a:r>
            <a:r>
              <a:rPr lang="en-US" b="1" dirty="0"/>
              <a:t>commit</a:t>
            </a:r>
            <a:r>
              <a:rPr lang="en-US" dirty="0"/>
              <a:t> is a recorded snapshot of changes in a </a:t>
            </a:r>
            <a:r>
              <a:rPr lang="en-US" dirty="0" err="1"/>
              <a:t>Git</a:t>
            </a:r>
            <a:r>
              <a:rPr lang="en-US" dirty="0"/>
              <a:t> repository.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Commit 1: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project structure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Commit 2: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Book class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Commit 3: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book validation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Commit 4: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unit tests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 commit should have a meaningful message</a:t>
            </a:r>
          </a:p>
        </p:txBody>
      </p:sp>
    </p:spTree>
    <p:extLst>
      <p:ext uri="{BB962C8B-B14F-4D97-AF65-F5344CB8AC3E}">
        <p14:creationId xmlns:p14="http://schemas.microsoft.com/office/powerpoint/2010/main" val="32328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Important </a:t>
            </a:r>
            <a:r>
              <a:rPr lang="en-US" dirty="0" err="1"/>
              <a:t>Git</a:t>
            </a:r>
            <a:r>
              <a:rPr lang="en-US" dirty="0"/>
              <a:t>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683" y="1074198"/>
            <a:ext cx="11182165" cy="55219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Branch:</a:t>
            </a:r>
            <a:r>
              <a:rPr lang="en-US" dirty="0"/>
              <a:t> A </a:t>
            </a:r>
            <a:r>
              <a:rPr lang="en-US" b="1" dirty="0"/>
              <a:t>branch</a:t>
            </a:r>
            <a:r>
              <a:rPr lang="en-US" dirty="0"/>
              <a:t> is an independent line of development in a </a:t>
            </a:r>
            <a:r>
              <a:rPr lang="en-US" dirty="0" err="1"/>
              <a:t>Git</a:t>
            </a:r>
            <a:r>
              <a:rPr lang="en-US" dirty="0"/>
              <a:t> repository.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main</a:t>
            </a:r>
          </a:p>
          <a:p>
            <a:pPr marL="0" indent="0">
              <a:buNone/>
            </a:pPr>
            <a:r>
              <a:rPr lang="en-US" dirty="0"/>
              <a:t> │</a:t>
            </a:r>
          </a:p>
          <a:p>
            <a:pPr marL="0" indent="0">
              <a:buNone/>
            </a:pPr>
            <a:r>
              <a:rPr lang="en-US" dirty="0"/>
              <a:t> ├── feature/book-management</a:t>
            </a:r>
          </a:p>
          <a:p>
            <a:pPr marL="0" indent="0">
              <a:buNone/>
            </a:pPr>
            <a:r>
              <a:rPr lang="en-US" dirty="0"/>
              <a:t> │</a:t>
            </a:r>
          </a:p>
          <a:p>
            <a:pPr marL="0" indent="0">
              <a:buNone/>
            </a:pPr>
            <a:r>
              <a:rPr lang="en-US" dirty="0"/>
              <a:t> ├── feature/member-management</a:t>
            </a:r>
          </a:p>
          <a:p>
            <a:pPr marL="0" indent="0">
              <a:buNone/>
            </a:pPr>
            <a:r>
              <a:rPr lang="en-US" dirty="0"/>
              <a:t> │</a:t>
            </a:r>
          </a:p>
          <a:p>
            <a:pPr marL="0" indent="0">
              <a:buNone/>
            </a:pPr>
            <a:r>
              <a:rPr lang="en-US" dirty="0"/>
              <a:t> └── </a:t>
            </a:r>
            <a:r>
              <a:rPr lang="en-US" dirty="0" err="1"/>
              <a:t>bugfix</a:t>
            </a:r>
            <a:r>
              <a:rPr lang="en-US" dirty="0"/>
              <a:t>/search-error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Branches allow developers to work on features without directly modifying the main version</a:t>
            </a:r>
          </a:p>
        </p:txBody>
      </p:sp>
    </p:spTree>
    <p:extLst>
      <p:ext uri="{BB962C8B-B14F-4D97-AF65-F5344CB8AC3E}">
        <p14:creationId xmlns:p14="http://schemas.microsoft.com/office/powerpoint/2010/main" val="364553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Important </a:t>
            </a:r>
            <a:r>
              <a:rPr lang="en-US" dirty="0" err="1"/>
              <a:t>Git</a:t>
            </a:r>
            <a:r>
              <a:rPr lang="en-US" dirty="0"/>
              <a:t>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683" y="1074198"/>
            <a:ext cx="11182165" cy="552191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Clone:</a:t>
            </a:r>
            <a:r>
              <a:rPr lang="en-US" dirty="0"/>
              <a:t> </a:t>
            </a:r>
            <a:r>
              <a:rPr lang="en-US" b="1" dirty="0"/>
              <a:t>Clone</a:t>
            </a:r>
            <a:r>
              <a:rPr lang="en-US" dirty="0"/>
              <a:t> means creating a local copy of a remote </a:t>
            </a:r>
            <a:r>
              <a:rPr lang="en-US" dirty="0" err="1"/>
              <a:t>Git</a:t>
            </a:r>
            <a:r>
              <a:rPr lang="en-US" dirty="0"/>
              <a:t> repository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US" dirty="0"/>
              <a:t>GitHub Repository</a:t>
            </a:r>
          </a:p>
          <a:p>
            <a:pPr marL="0" indent="0" algn="ctr">
              <a:buNone/>
            </a:pPr>
            <a:r>
              <a:rPr lang="en-US" dirty="0"/>
              <a:t>       ↓</a:t>
            </a:r>
          </a:p>
          <a:p>
            <a:pPr marL="0" indent="0" algn="ctr">
              <a:buNone/>
            </a:pPr>
            <a:r>
              <a:rPr lang="en-US" dirty="0"/>
              <a:t>      clone</a:t>
            </a:r>
          </a:p>
          <a:p>
            <a:pPr marL="0" indent="0" algn="ctr">
              <a:buNone/>
            </a:pPr>
            <a:r>
              <a:rPr lang="en-US" dirty="0"/>
              <a:t>       ↓</a:t>
            </a:r>
          </a:p>
          <a:p>
            <a:pPr marL="0" indent="0" algn="ctr">
              <a:buNone/>
            </a:pPr>
            <a:r>
              <a:rPr lang="en-US" dirty="0"/>
              <a:t>Local Computer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Push: </a:t>
            </a:r>
            <a:r>
              <a:rPr lang="en-US" b="1" dirty="0"/>
              <a:t>Push</a:t>
            </a:r>
            <a:r>
              <a:rPr lang="en-US" dirty="0"/>
              <a:t> means sending local commits to a remote repository</a:t>
            </a:r>
          </a:p>
          <a:p>
            <a:pPr marL="0" indent="0" algn="ctr">
              <a:buNone/>
            </a:pPr>
            <a:r>
              <a:rPr lang="en-US" dirty="0"/>
              <a:t>Local Repository</a:t>
            </a:r>
          </a:p>
          <a:p>
            <a:pPr marL="0" indent="0" algn="ctr">
              <a:buNone/>
            </a:pPr>
            <a:r>
              <a:rPr lang="en-US" dirty="0"/>
              <a:t>       │</a:t>
            </a:r>
          </a:p>
          <a:p>
            <a:pPr marL="0" indent="0" algn="ctr">
              <a:buNone/>
            </a:pPr>
            <a:r>
              <a:rPr lang="en-US" dirty="0"/>
              <a:t>       │ </a:t>
            </a:r>
            <a:r>
              <a:rPr lang="en-US" dirty="0" err="1"/>
              <a:t>git</a:t>
            </a:r>
            <a:r>
              <a:rPr lang="en-US" dirty="0"/>
              <a:t> push</a:t>
            </a:r>
          </a:p>
          <a:p>
            <a:pPr marL="0" indent="0" algn="ctr">
              <a:buNone/>
            </a:pPr>
            <a:r>
              <a:rPr lang="en-US" dirty="0"/>
              <a:t>       ↓</a:t>
            </a:r>
          </a:p>
          <a:p>
            <a:pPr marL="0" indent="0" algn="ctr">
              <a:buNone/>
            </a:pPr>
            <a:r>
              <a:rPr lang="en-US" dirty="0"/>
              <a:t>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151207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Important </a:t>
            </a:r>
            <a:r>
              <a:rPr lang="en-US" dirty="0" err="1"/>
              <a:t>Git</a:t>
            </a:r>
            <a:r>
              <a:rPr lang="en-US" dirty="0"/>
              <a:t>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683" y="1074198"/>
            <a:ext cx="11182165" cy="5521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Pull:</a:t>
            </a:r>
            <a:r>
              <a:rPr lang="en-US" dirty="0"/>
              <a:t> </a:t>
            </a:r>
            <a:r>
              <a:rPr lang="en-US" b="1" dirty="0"/>
              <a:t>Pull</a:t>
            </a:r>
            <a:r>
              <a:rPr lang="en-US" dirty="0"/>
              <a:t> retrieves changes from a remote repository and integrates them into the current local branch.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US" dirty="0"/>
              <a:t>GitHub</a:t>
            </a:r>
          </a:p>
          <a:p>
            <a:pPr marL="0" indent="0" algn="ctr">
              <a:buNone/>
            </a:pPr>
            <a:r>
              <a:rPr lang="en-US" dirty="0"/>
              <a:t>   ↓</a:t>
            </a:r>
          </a:p>
          <a:p>
            <a:pPr marL="0" indent="0" algn="ctr">
              <a:buNone/>
            </a:pPr>
            <a:r>
              <a:rPr lang="en-US" dirty="0" err="1"/>
              <a:t>git</a:t>
            </a:r>
            <a:r>
              <a:rPr lang="en-US" dirty="0"/>
              <a:t> pull</a:t>
            </a:r>
          </a:p>
          <a:p>
            <a:pPr marL="0" indent="0" algn="ctr">
              <a:buNone/>
            </a:pPr>
            <a:r>
              <a:rPr lang="en-US" dirty="0"/>
              <a:t>   ↓</a:t>
            </a:r>
          </a:p>
          <a:p>
            <a:pPr marL="0" indent="0" algn="ctr">
              <a:buNone/>
            </a:pPr>
            <a:r>
              <a:rPr lang="en-US" dirty="0"/>
              <a:t>Local Repository</a:t>
            </a:r>
          </a:p>
        </p:txBody>
      </p:sp>
    </p:spTree>
    <p:extLst>
      <p:ext uri="{BB962C8B-B14F-4D97-AF65-F5344CB8AC3E}">
        <p14:creationId xmlns:p14="http://schemas.microsoft.com/office/powerpoint/2010/main" val="249869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/>
              <a:t>Important </a:t>
            </a:r>
            <a:r>
              <a:rPr lang="en-US" dirty="0" err="1"/>
              <a:t>Git</a:t>
            </a:r>
            <a:r>
              <a:rPr lang="en-US" dirty="0"/>
              <a:t>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683" y="1074198"/>
            <a:ext cx="11182165" cy="552191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Staging Area: </a:t>
            </a:r>
            <a:r>
              <a:rPr lang="en-US" dirty="0"/>
              <a:t>The </a:t>
            </a:r>
            <a:r>
              <a:rPr lang="en-US" b="1" dirty="0"/>
              <a:t>staging area</a:t>
            </a:r>
            <a:r>
              <a:rPr lang="en-US" dirty="0"/>
              <a:t> is an </a:t>
            </a:r>
            <a:r>
              <a:rPr lang="en-US" dirty="0">
                <a:solidFill>
                  <a:schemeClr val="accent2"/>
                </a:solidFill>
              </a:rPr>
              <a:t>intermediate area where developers select changes that will be included in the next commit</a:t>
            </a:r>
          </a:p>
          <a:p>
            <a:pPr marL="0" indent="0" algn="ctr">
              <a:buNone/>
            </a:pPr>
            <a:r>
              <a:rPr lang="en-US" dirty="0"/>
              <a:t>Working Directory</a:t>
            </a:r>
          </a:p>
          <a:p>
            <a:pPr marL="0" indent="0" algn="ctr">
              <a:buNone/>
            </a:pPr>
            <a:r>
              <a:rPr lang="en-US" dirty="0"/>
              <a:t>       ↓</a:t>
            </a:r>
          </a:p>
          <a:p>
            <a:pPr marL="0" indent="0" algn="ctr">
              <a:buNone/>
            </a:pPr>
            <a:r>
              <a:rPr lang="en-US" dirty="0"/>
              <a:t>     </a:t>
            </a:r>
            <a:r>
              <a:rPr lang="en-US" dirty="0" err="1"/>
              <a:t>git</a:t>
            </a:r>
            <a:r>
              <a:rPr lang="en-US" dirty="0"/>
              <a:t> add</a:t>
            </a:r>
          </a:p>
          <a:p>
            <a:pPr marL="0" indent="0" algn="ctr">
              <a:buNone/>
            </a:pPr>
            <a:r>
              <a:rPr lang="en-US" dirty="0"/>
              <a:t>       ↓</a:t>
            </a:r>
          </a:p>
          <a:p>
            <a:pPr marL="0" indent="0" algn="ctr">
              <a:buNone/>
            </a:pPr>
            <a:r>
              <a:rPr lang="en-US" dirty="0"/>
              <a:t>Staging Area</a:t>
            </a:r>
          </a:p>
          <a:p>
            <a:pPr marL="0" indent="0" algn="ctr">
              <a:buNone/>
            </a:pPr>
            <a:r>
              <a:rPr lang="en-US" dirty="0"/>
              <a:t>       ↓</a:t>
            </a:r>
          </a:p>
          <a:p>
            <a:pPr marL="0" indent="0" algn="ctr">
              <a:buNone/>
            </a:pPr>
            <a:r>
              <a:rPr lang="en-US" dirty="0"/>
              <a:t>   </a:t>
            </a:r>
            <a:r>
              <a:rPr lang="en-US" dirty="0" err="1"/>
              <a:t>git</a:t>
            </a:r>
            <a:r>
              <a:rPr lang="en-US" dirty="0"/>
              <a:t> commit</a:t>
            </a:r>
          </a:p>
          <a:p>
            <a:pPr marL="0" indent="0" algn="ctr">
              <a:buNone/>
            </a:pPr>
            <a:r>
              <a:rPr lang="en-US" dirty="0"/>
              <a:t>       ↓</a:t>
            </a:r>
          </a:p>
          <a:p>
            <a:pPr marL="0" indent="0" algn="ctr">
              <a:buNone/>
            </a:pPr>
            <a:r>
              <a:rPr lang="en-US" dirty="0"/>
              <a:t>Local Repository</a:t>
            </a:r>
          </a:p>
          <a:p>
            <a:pPr marL="0" indent="0" algn="ctr">
              <a:buNone/>
            </a:pPr>
            <a:r>
              <a:rPr lang="en-US" dirty="0"/>
              <a:t>       ↓</a:t>
            </a:r>
          </a:p>
          <a:p>
            <a:pPr marL="0" indent="0" algn="ctr">
              <a:buNone/>
            </a:pPr>
            <a:r>
              <a:rPr lang="en-US" dirty="0"/>
              <a:t>    </a:t>
            </a:r>
            <a:r>
              <a:rPr lang="en-US" dirty="0" err="1"/>
              <a:t>git</a:t>
            </a:r>
            <a:r>
              <a:rPr lang="en-US" dirty="0"/>
              <a:t> push</a:t>
            </a:r>
          </a:p>
          <a:p>
            <a:pPr marL="0" indent="0" algn="ctr">
              <a:buNone/>
            </a:pPr>
            <a:r>
              <a:rPr lang="en-US" dirty="0"/>
              <a:t>       ↓</a:t>
            </a:r>
          </a:p>
          <a:p>
            <a:pPr marL="0" indent="0" algn="ctr">
              <a:buNone/>
            </a:pPr>
            <a:r>
              <a:rPr lang="en-US" dirty="0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366986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684" y="302982"/>
            <a:ext cx="11670436" cy="69131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Git</a:t>
            </a:r>
            <a:r>
              <a:rPr lang="en-US" dirty="0"/>
              <a:t> Basic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683" y="1074198"/>
            <a:ext cx="11182165" cy="55219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basic workflow that we will use in this course is: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Create / Modify Files</a:t>
            </a:r>
          </a:p>
          <a:p>
            <a:pPr marL="0" indent="0" algn="ctr">
              <a:buNone/>
            </a:pPr>
            <a:r>
              <a:rPr lang="en-US" dirty="0"/>
              <a:t>        ↓</a:t>
            </a:r>
          </a:p>
          <a:p>
            <a:pPr marL="0" indent="0" algn="ctr">
              <a:buNone/>
            </a:pPr>
            <a:r>
              <a:rPr lang="en-US" dirty="0"/>
              <a:t>    </a:t>
            </a:r>
            <a:r>
              <a:rPr lang="en-US" dirty="0" err="1"/>
              <a:t>git</a:t>
            </a:r>
            <a:r>
              <a:rPr lang="en-US" dirty="0"/>
              <a:t> status</a:t>
            </a:r>
          </a:p>
          <a:p>
            <a:pPr marL="0" indent="0" algn="ctr">
              <a:buNone/>
            </a:pPr>
            <a:r>
              <a:rPr lang="en-US" dirty="0"/>
              <a:t>        ↓</a:t>
            </a:r>
          </a:p>
          <a:p>
            <a:pPr marL="0" indent="0" algn="ctr">
              <a:buNone/>
            </a:pPr>
            <a:r>
              <a:rPr lang="en-US" dirty="0"/>
              <a:t>      </a:t>
            </a:r>
            <a:r>
              <a:rPr lang="en-US" dirty="0" err="1"/>
              <a:t>git</a:t>
            </a:r>
            <a:r>
              <a:rPr lang="en-US" dirty="0"/>
              <a:t> add</a:t>
            </a:r>
          </a:p>
          <a:p>
            <a:pPr marL="0" indent="0" algn="ctr">
              <a:buNone/>
            </a:pPr>
            <a:r>
              <a:rPr lang="en-US" dirty="0"/>
              <a:t>        ↓</a:t>
            </a:r>
          </a:p>
          <a:p>
            <a:pPr marL="0" indent="0" algn="ctr">
              <a:buNone/>
            </a:pPr>
            <a:r>
              <a:rPr lang="en-US" dirty="0"/>
              <a:t>    </a:t>
            </a:r>
            <a:r>
              <a:rPr lang="en-US" dirty="0" err="1"/>
              <a:t>git</a:t>
            </a:r>
            <a:r>
              <a:rPr lang="en-US" dirty="0"/>
              <a:t> commit</a:t>
            </a:r>
          </a:p>
          <a:p>
            <a:pPr marL="0" indent="0" algn="ctr">
              <a:buNone/>
            </a:pPr>
            <a:r>
              <a:rPr lang="en-US" dirty="0"/>
              <a:t>        ↓</a:t>
            </a:r>
          </a:p>
          <a:p>
            <a:pPr marL="0" indent="0" algn="ctr">
              <a:buNone/>
            </a:pPr>
            <a:r>
              <a:rPr lang="en-US" dirty="0"/>
              <a:t>     </a:t>
            </a:r>
            <a:r>
              <a:rPr lang="en-US" dirty="0" err="1"/>
              <a:t>git</a:t>
            </a:r>
            <a:r>
              <a:rPr lang="en-US" dirty="0"/>
              <a:t> push</a:t>
            </a:r>
          </a:p>
          <a:p>
            <a:pPr marL="0" indent="0" algn="ctr">
              <a:buNone/>
            </a:pPr>
            <a:r>
              <a:rPr lang="en-US" dirty="0"/>
              <a:t>        ↓</a:t>
            </a:r>
          </a:p>
          <a:p>
            <a:pPr marL="0" indent="0" algn="ctr">
              <a:buNone/>
            </a:pPr>
            <a:r>
              <a:rPr lang="en-US" dirty="0"/>
              <a:t>     GitHub</a:t>
            </a:r>
          </a:p>
        </p:txBody>
      </p:sp>
    </p:spTree>
    <p:extLst>
      <p:ext uri="{BB962C8B-B14F-4D97-AF65-F5344CB8AC3E}">
        <p14:creationId xmlns:p14="http://schemas.microsoft.com/office/powerpoint/2010/main" val="76917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1035</Words>
  <Application>Microsoft Office PowerPoint</Application>
  <PresentationFormat>Widescreen</PresentationFormat>
  <Paragraphs>224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Github Project Setup</vt:lpstr>
      <vt:lpstr>Software Quality Engineering </vt:lpstr>
      <vt:lpstr>Software Quality Engineering </vt:lpstr>
      <vt:lpstr>Software Quality</vt:lpstr>
      <vt:lpstr>Version Control</vt:lpstr>
      <vt:lpstr>Version Control</vt:lpstr>
      <vt:lpstr>Types of Version Control Systems</vt:lpstr>
      <vt:lpstr>Types of Version Control Systems</vt:lpstr>
      <vt:lpstr>Types of Version Control Systems</vt:lpstr>
      <vt:lpstr>Git</vt:lpstr>
      <vt:lpstr>Why do we need Git</vt:lpstr>
      <vt:lpstr>GitHub</vt:lpstr>
      <vt:lpstr>Git Vs GitHub</vt:lpstr>
      <vt:lpstr>Git and GitHub Relationship</vt:lpstr>
      <vt:lpstr>Important Git Terminology</vt:lpstr>
      <vt:lpstr>Important Git Terminology</vt:lpstr>
      <vt:lpstr>Important Git Terminology</vt:lpstr>
      <vt:lpstr>Important Git Terminology</vt:lpstr>
      <vt:lpstr>Important Git Terminology</vt:lpstr>
      <vt:lpstr>Important Git Terminology</vt:lpstr>
      <vt:lpstr>Git Basic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Project Setup</dc:title>
  <dc:creator>Dr. Khursheed Memon</dc:creator>
  <cp:lastModifiedBy>Muhammad Anas Qadri</cp:lastModifiedBy>
  <cp:revision>21</cp:revision>
  <dcterms:created xsi:type="dcterms:W3CDTF">2026-08-11T09:43:20Z</dcterms:created>
  <dcterms:modified xsi:type="dcterms:W3CDTF">2026-08-16T10:52:28Z</dcterms:modified>
</cp:coreProperties>
</file>